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5943600"/>
            <a:ext cx="1920240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5394960"/>
            <a:ext cx="548640" cy="5486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INFRASTRUCTURE BRIEF  ·  2026-05-17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 Camofox with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CloakBrowser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a one-day migration to a single Chromium stealth backend.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the real estate investment-discovery agent it unlocks.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Palacio + Claude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/ 2 / 3 shipped — PR #29 ready to merge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did, what we shipped, what changes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stealth stack migration completed in one focused session. Production live.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24028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51460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624328"/>
            <a:ext cx="283464" cy="28346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71600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31520" y="320040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CloakBrowser vs Camoufox vs stock Playwright across 7 URLs incl. DataDome / CF Turnstile targets.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Cloak passes the same fingerprint checks as Camoufox at roughly half the cold-launch time and ~25% lower RAM.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Camofox in three coordinated phases on the same day, with zero downtime.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61688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1688" y="2240280"/>
            <a:ext cx="345643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36008" y="251460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624328"/>
            <a:ext cx="283464" cy="2834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76088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4636008" y="320040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service at :9378 — Firecrawl-compatible /v1/scrape plus the full /tabs/* interactive surface.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Per-domain cookie persistence, request pacing, asset blocking, CapSolver captcha fallback (~$1/mo).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stopped + disabled; CAMOFOX_URL points at Cloak; six gateways restarted clean.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257032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257032" y="2240280"/>
            <a:ext cx="345643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531352" y="2514600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624328"/>
            <a:ext cx="283464" cy="28346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171432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8531352" y="320040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Anti-bot domains (Idealista, Ticketmaster, Glassdoor, Cloudflare-Turnstile sites) now scrape reliably.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Chromium engine across the agent's web stack — no more dual code paths between scrape &amp; interactive.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is one sed + one systemctl restart away if production reveals any regression.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28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broken before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stealth stacks, one of them silently failing in production.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Firecrawl playwright-service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stock Chromium. Stock fingerprint = instant 403 on DataDome, Cloudflare Turnstile, and Imperva sites.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service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(Camoufox Firefox fork) was the supposed fallback.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/health endpoint reported ok:true, but every POST /tabs returned 500 — better-sqlite3 native module had silently failed to load.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routing logic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traffic by domain. The split meant every new domain needed a routing decision, and the fallback didn't actually work.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2286000"/>
            <a:ext cx="533095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24231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955280" y="2834640"/>
            <a:ext cx="2194560" cy="5486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63840" y="3520440"/>
            <a:ext cx="0" cy="457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32720" y="3520440"/>
            <a:ext cx="0" cy="457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0" y="4069080"/>
            <a:ext cx="2103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Firecrawl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:3002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Chromium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Anti-bot: </a:t>
            </a:r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235440" y="4069080"/>
            <a:ext cx="2103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23544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:9377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Camoufox/Firefox
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562356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DataDome targets fail silently. /health says ok.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28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methodology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subprocess per engine. Cold launch + per-URL DCL + peak RSS measured via direct Playwright calls.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set (7)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4864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it's in the 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httpbin.org/get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JSON,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modern HTML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news.ycombinator.com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real-world static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nowsecure.nl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 challenge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bot.sannysoft.com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bot-detection report page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idealista.com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DataDome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abrahamjuliot.github.io/creepjs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fingerprint detection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0936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09360" y="2606040"/>
            <a:ext cx="5486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Fresh subprocess per engine — no state leakage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Playwright launch → goto(url, until=domcontentloaded) → wait_for_load_state('networkidle') → 1.5s settle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Captured: cold launch (s), per-URL DCL (s), full content length, peak RSS of browser process tree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Bot-detection scoring: sannysoft 'passed' marker count + CreepJS rendered-HTML size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Single-run-per-URL — numbers have ±10% noise, treat individual 100ms gaps as not signal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code lives at /tmp/bench_browsers.py + bench_tower_paths.py. Raw JSON archived under /tmp/bench-*.json.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28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≈ stock speed, Camoufox-tier stealth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Cloak's C++ stealth patches add almost zero wall-time cost. Camoufox pays a Firefox tax.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73152" cy="1371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LAUNCH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0.78s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3152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3.53s Camoufox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61688" y="219456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61688" y="2194560"/>
            <a:ext cx="73152" cy="1371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6008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DCL / URL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36008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0.61s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463600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2.30s Camoufox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57032" y="219456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57032" y="2194560"/>
            <a:ext cx="73152" cy="1371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1352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RSS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31352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830MB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8531352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1.13GB Camoufox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11247120" cy="219456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launch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DCL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RSS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Sannysoft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Idealista (clean IP)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Playwright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657 MB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CloakBrowser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 MB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 KB real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Camoufox (Firefox fork)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1,128 MB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 KB real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coverage tie between stealth engines. The Chromium-vs-Firefox engine gap drives most of the speed win.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28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DataDome isn't a wall — it's a bot-score escalator.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'Idealista is blocked' assumption was wrong. The IP was getting punished for OUR test pattern.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5943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scrape attempt: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403,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KB body. Looks blocked.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at the body: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 src='captcha-delivery.com/c.js'&gt;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not a block — it's the silent JS challenge. Run the script, get a cookie, retry, get 200.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Cloak and Camoufox solve it natively. Stock Playwright doesn't.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665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DataDome behavior tiers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2606040"/>
            <a:ext cx="50292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0" y="2606040"/>
            <a:ext cx="109728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Clean IP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JS challenge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8700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auto with stealth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66560" y="3520440"/>
            <a:ext cx="50292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0" y="3520440"/>
            <a:ext cx="109728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Score climbing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040880" y="3931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interval ↑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87000" y="3749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passes, slower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4434840"/>
            <a:ext cx="50292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4434840"/>
            <a:ext cx="109728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4526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Score escalated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4846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captcha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287000" y="4663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CapSolver or wait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66560" y="5440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Don't trigger tier 3 in the first place. Hygiene &gt; captcha solving.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28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Camofox with Cloak — keep Firecrawl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isn't a scraping platform — it's the browser engine. Firecrawl keeps its queue, cache, markdown, and search.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542239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542239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68880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Firecrawl provides</a:t>
            </a:r>
            <a:endParaRPr lang="en-US" sz="2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063240"/>
          <a:ext cx="4690872" cy="3108960"/>
        </p:xfrm>
        <a:graphic>
          <a:graphicData uri="http://schemas.openxmlformats.org/drawingml/2006/table">
            <a:tbl>
              <a:tblPr/>
              <a:tblGrid>
                <a:gridCol w="3593592"/>
                <a:gridCol w="109728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API + job orchestration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RabbitMQ queue, Redis cache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SearXNG search aggregator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→ markdown conversion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Per-domain rate limiting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309360" y="2194560"/>
            <a:ext cx="5422392" cy="4114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09360" y="2194560"/>
            <a:ext cx="542239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0" y="2468880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provides</a:t>
            </a:r>
            <a:endParaRPr lang="en-US" sz="20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063240"/>
          <a:ext cx="4690872" cy="3108960"/>
        </p:xfrm>
        <a:graphic>
          <a:graphicData uri="http://schemas.openxmlformats.org/drawingml/2006/table">
            <a:tbl>
              <a:tblPr/>
              <a:tblGrid>
                <a:gridCol w="3593592"/>
                <a:gridCol w="109728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FFA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Stealth Chromium 146 + C++ patches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FFA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Per-domain persistent context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FFA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blocking (img/css/font)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FFA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CapSolver fallback for hard captcha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FFAF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interactive /tabs/* 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28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SCALING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are, where we'd go next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Hermes' current research workload sits at Tier 1 — under a dollar per month, with CapSolver as insurance.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347472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594360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volume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1k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Tower + Cloak + hygiene — no solver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5k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CapSolver fallback  ← we are 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 – $10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– 20k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+ 5 ISP proxies + fingerprint rotation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 – 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– 100k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+ 20 ISP / rotating residential pool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 – $500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100k – 1M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 queue + residential by GB + asset blocking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$1.5k – $8k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Distributed, multi-region, custom anti-bot infra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 · 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home-Tower egress (residential Orange Spain IP, Marbella). CapSolver wired, $6.30 balance. </a:t>
            </a:r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won't see Tier 2+ economics until/unless Hermes scrape volume hits a specific anti-bot domain &gt; 5k/day.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· PHASE 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service — Firecrawl-compatible scrape on :9378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45643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46888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78608"/>
            <a:ext cx="283464" cy="2834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2514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3200400"/>
            <a:ext cx="29077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service backed by CloakBrowser (Chromium 146 + C++ stealth patches).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at localhost:9378. systemd unit installed + enabled — survives Tower reboots.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shape mirrors Firecrawl's /v1/scrape so skills only swap a base URL.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61688" y="2194560"/>
            <a:ext cx="345643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61688" y="219456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36008" y="246888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578608"/>
            <a:ext cx="283464" cy="2834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76088" y="2514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Hygiene built in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636008" y="3200400"/>
            <a:ext cx="29077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Per-domain BrowserContext, cookies persisted to disk under profiles/&lt;domain&gt;/.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8s minimum interval between same-domain requests (prevents DataDome score climb).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Image/CSS/font request blocking on /v1/scrape — cuts bandwidth ~80%, speeds renders.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257032" y="2194560"/>
            <a:ext cx="345643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57032" y="219456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531352" y="246888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578608"/>
            <a:ext cx="283464" cy="2834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171432" y="2514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CapSolver wired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531352" y="3200400"/>
            <a:ext cx="29077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Activated by CAPSOLVER_API_KEY env (via systemd drop-in, chmod 600).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DataDome challenge, extracts cid/hsh, calls DatadomeSliderTask, retries with cookie.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dormant — silent challenge has been sufficient. ~$0.0008 / solve when needed.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· PHASE 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surface — byte-for-byte snapshot parity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endpoints mirroring Camofox /tabs/* so browser_camofox.py never knew the backend changed.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implemented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486400" cy="36576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Path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Complexity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easy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/tabs/:id/navigate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easy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/tabs/:id/snapshot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hard — ARIA tree + ref system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/tabs/:id/click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medium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/tabs/:id/type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easy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/tabs/:id/scroll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trivial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/tabs/:id/press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trivial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/tabs/:id/back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trivial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/tabs/:id/screenshot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trivial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DELETE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/sessions/:userId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easy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2194560"/>
            <a:ext cx="5422392" cy="4069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2377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diff vs Camofox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92240" y="2697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URL (HN), same wall-clock window: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92240" y="3154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9224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refsCount: 222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totalChars: 41,004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0" y="3154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refsCount: 222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totalChars: 41,004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92240" y="4434840"/>
            <a:ext cx="5148072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92240" y="45720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pPr indent="0" marL="0">
              <a:buNone/>
            </a:pPr>
            <a:r>
              <a:rPr lang="en-US" sz="14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lines diff</a:t>
            </a:r>
            <a:endParaRPr lang="en-US" sz="4200" dirty="0"/>
          </a:p>
        </p:txBody>
      </p:sp>
      <p:sp>
        <p:nvSpPr>
          <p:cNvPr id="18" name="Text 15"/>
          <p:cNvSpPr/>
          <p:nvPr/>
        </p:nvSpPr>
        <p:spPr>
          <a:xfrm>
            <a:off x="6492240" y="53492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content drift (HN updated story timestamps between fetches). 0% format drift.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· PHASE 3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stopped, disabled, retired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cutover after Phase 2 E2E was green — user opted out of the warm-rollback week.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taken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systemctl --user stop camofox.service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systemctl --user disable camofox.service (won't restart on reboot)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9377 released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browser_camofox.py module docstring rewritten as deprecation notice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npm install left in place (rollback / archaeology)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CLAUDE.md, SKILL.md, decision doc updated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e25ff62 pushed to PR #29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194560"/>
            <a:ext cx="5422392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237744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2" y="2450592"/>
            <a:ext cx="310896" cy="31089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08660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Post-stop verification — all green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971800"/>
          <a:ext cx="5120640" cy="3108960"/>
        </p:xfrm>
        <a:graphic>
          <a:graphicData uri="http://schemas.openxmlformats.org/drawingml/2006/table">
            <a:tbl>
              <a:tblPr/>
              <a:tblGrid>
                <a:gridCol w="38404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Cloak 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6 hermes-gateway services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E2E flow (9 calls)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import of browser_camofox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is_camofox_mode() → True (via :9378)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check_camofox_available() →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ARCHITECTURE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stealth backend, two consumers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service is the single Chromium that serves both one-shot scrape and the agent's interactive browser tool.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GATEWAYS  ·  6 profiles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hermes-gateway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0886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0886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arinze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6052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6052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hr-agent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218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1218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6384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research-agent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715500" y="2514600"/>
            <a:ext cx="17830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15500" y="25146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34874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5206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0372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5538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0" y="3154680"/>
            <a:ext cx="0" cy="32004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566160"/>
            <a:ext cx="112745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566160"/>
            <a:ext cx="164592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3749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SERVICE  ·  localhost:9378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4069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CloakBrowser stealth Chromium 146  +  per-domain context  +  CapSolver fallback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/v1/scrape   ·   /v1/save-pdf   ·   /v1/balance   ·   /tabs/*   ·   /sessions/:userId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0" y="4937760"/>
            <a:ext cx="0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4937760"/>
            <a:ext cx="0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66960" y="4937760"/>
            <a:ext cx="0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5349240"/>
            <a:ext cx="356616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4589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Firecrawl  ·  :3002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" y="5806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via SearXNG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non-stealth scrape (unchanged)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297680" y="5349240"/>
            <a:ext cx="3566160" cy="1097280"/>
          </a:xfrm>
          <a:prstGeom prst="rect">
            <a:avLst/>
          </a:prstGeom>
          <a:solidFill>
            <a:srgbClr val="0F172A"/>
          </a:solidFill>
          <a:ln w="19050">
            <a:solidFill>
              <a:srgbClr val="EF4444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480560" y="54589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 ·  :9377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480560" y="5806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+ disabled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retained for rollback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138160" y="5349240"/>
            <a:ext cx="3566160" cy="10972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54589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engine targets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21040" y="5806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DataDome  ·  CF Turnstile  ·  Imperva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modern site incl. interactive flows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Marbella properties — 20 scraped, analyzed, ranked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proof: real DataDome target, 10.4s for 800 KB HTML, zero CapSolver spend.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4564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73152" cy="1188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PARSED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31520" y="3108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56 unique on page 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61688" y="2194560"/>
            <a:ext cx="34564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61688" y="2194560"/>
            <a:ext cx="73152" cy="1188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6008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 TIME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36008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636008" y="3108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Cloak call, no retry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57032" y="2194560"/>
            <a:ext cx="34564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57032" y="2194560"/>
            <a:ext cx="73152" cy="1188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1352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CAPSOLVER SPEND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31352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531352" y="3108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challenge solved natively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5204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Watch-list from the analysis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11247120" cy="2468880"/>
        </p:xfrm>
        <a:graphic>
          <a:graphicData uri="http://schemas.openxmlformats.org/drawingml/2006/table">
            <a:tbl>
              <a:tblPr/>
              <a:tblGrid>
                <a:gridCol w="457200"/>
                <a:gridCol w="4114800"/>
                <a:gridCol w="1280160"/>
                <a:gridCol w="1280160"/>
                <a:gridCol w="4114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/ 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€/m²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Dúplex · Guadalmina 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€575k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€2,386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raw value — verify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Townhouse · Nagüeles (Golden Mile)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€700k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anomalously cheap for postcode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Apt · Playa de la Fontanilla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€430k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€4,095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central beach apt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 · Nueva Andalucía (Velian)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€4.99M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€14,478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aggressive luxury pricing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 · Las Brisas (Villa Solstice)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€19.5M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€11,919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trophy of the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state · rollback recipe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right now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486400" cy="36576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Service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cloak-service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hermes-gateway-arinze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hermes-gateway-hr-agent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hermes-gateway-krati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hermes-gateway-research-agent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hermes-gateway-sergio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firecrawl-api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camofox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inactive · disabled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regresses — full rollback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2606040"/>
            <a:ext cx="5486400" cy="3657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274320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Re-enable Camofox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systemctl --user enable camofox.service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systemctl --user start  camofox.service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Flip env back to :9377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sed -i 's|9378|9377|' ~/.hermes/.env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Restart all 6 gateways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systemctl --user restart \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hermes-gateway{,-arinze,-hr-agent,\
</a:t>
            </a:r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-krati,-research-agent,-sergio}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
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Total time: ~30 seconds.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0" y="0"/>
            <a:ext cx="758952" cy="3840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WHAT THIS ENABLES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plumbing to product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infrastructure isn't the product. It's what makes the product possible.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703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NOW HAVE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108960" y="37033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Stealth scraping that works on every DataDome target in Spain — at industrial scale, ~$1/month.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NOW BUILD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08960" y="44348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estate investment-discovery agent that surfaces undervalued properties for investors.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08960" y="51663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 real estate is opaque, slow, and full of mispriced inventory — a perfect fit for a continuous AI discovery loop.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 agent for property investors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scrapes Idealista. Flags undervalued opportunities. Optionally pulls regulatory deep-dives on demand.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24028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51460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624328"/>
            <a:ext cx="283464" cy="28346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71600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1520" y="320040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HNW individual investors who already buy Spanish property.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family offices managing 5-50 property portfolios.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Buy-to-let investors operating in the Costa del Sol / Madrid / Barcelona corridors.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buyers (UK, EU) navigating an unfamiliar market.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61688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1688" y="224028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36008" y="251460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624328"/>
            <a:ext cx="283464" cy="2834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76088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4636008" y="320040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Idealista 24/7 across the investor's target geographies.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Enriches every listing with Catastro building data + coordinates.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against neighborhood comps + price-drop + days-on-market signals.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opportunity alerts via the channels Hermes already serves.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8257032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257032" y="224028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531352" y="2514600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624328"/>
            <a:ext cx="283464" cy="28346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171432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different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531352" y="320040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Continuous, not on-demand — catches opportunities the moment they appear.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+ data are proprietary (Cloak + Catastro mirror + accumulated history).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deep-dive (Nota Simple) is optional — pay only when you're serious.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baseline scales to industrial volume; paid tier is pure pass-through.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+ MONETIZATION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baseline · paid uplift on demand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runs for free; investors pay only when they want regulatory certainty on a specific opportunity.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pipeline (always running, $0 per lookup)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18745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Idealista scrape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service · daily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31720" y="2971800"/>
            <a:ext cx="2286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560320" y="2514600"/>
            <a:ext cx="18745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29718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 callejero + fallback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434840" y="2971800"/>
            <a:ext cx="2286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63440" y="2514600"/>
            <a:ext cx="18745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 mirror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29718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DuckDB · spatial join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37960" y="2971800"/>
            <a:ext cx="2286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766560" y="2514600"/>
            <a:ext cx="18745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 match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66560" y="29718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· per-building cache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641080" y="2971800"/>
            <a:ext cx="2286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869680" y="2514600"/>
            <a:ext cx="18745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6968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alert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69680" y="29718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comps + price-drop signal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tiers, two margin profiles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206240"/>
            <a:ext cx="542239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4206240"/>
            <a:ext cx="542239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370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DISCOVERY  ·  FREE BASELINE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480060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subscribes to your product (monthly fee).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runs continuously, surfaces opportunities.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cost to you: $0 — all open / scraped sources.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Margin: ~100% of subscription revenue.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0" y="4206240"/>
            <a:ext cx="5422392" cy="21945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09360" y="4206240"/>
            <a:ext cx="542239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4370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NOTA SIMPLE  ·  PAY-PER-USE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0" y="480060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flags a property — wants the real picture.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fetch a Nota Simple from Registro de la Propiedad: current owner, last sale price + date, mortgages, liens.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cost: ~€9 per request (set by law, no discount).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charge investor €9 + markup. Pure pass-through.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MOAT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accumulate, day by day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6-12 months, you own a proprietary Spanish real estate dataset no competitor has.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4114800"/>
        </p:xfrm>
        <a:graphic>
          <a:graphicData uri="http://schemas.openxmlformats.org/drawingml/2006/table">
            <a:tbl>
              <a:tblPr/>
              <a:tblGrid>
                <a:gridCol w="1097280"/>
                <a:gridCol w="2743200"/>
                <a:gridCol w="74066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listings feed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listing in target geos, full attributes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Catastro mirror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parcel + building polygon (one-time bulk + monthly delta)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 corpus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15-50 photos per listing — retained from day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/ agency map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lists what; concentration patterns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Wayback bootstrap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 years of historical asking-price snapshots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1+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price history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drop, every relist, captured continuously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1+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Disappearance index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 for sold-vs-withdrawn signal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6+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 Simple history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Per-property ownership chains + true sale prices (paid tier accumulates)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6+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Labeled comp pairs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data for the embedding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EMBEDDING MOAT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property embeddings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Off-the-shelf text embeddings can't tell two unrelated properties apart. A trained one is the foundation of every advanced feature.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542239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54223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377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off-the-shelf fails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834640"/>
            <a:ext cx="502920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260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3-bed villa · Marbella · sea views · 200m² · €4.2M
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Beachfront luxury market, low yield, illiquid HNW segment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02920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3-bed villa · Madrid centro · 200m² · €4.2M
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premium market, different yield, different buyer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8463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 / OpenAI text embedding: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 very close ❯ similar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Reality: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different investments. </a:t>
            </a:r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words, opposite fundamentals.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2194560"/>
            <a:ext cx="5422392" cy="4069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2194560"/>
            <a:ext cx="542239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377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one unlocks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92240" y="278892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construction  ·  Real comp sets for valuation — foundation of AVMs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/ discovery feed  ·  "Show me more like this" actually means something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matching  ·  Personalized opportunity feed from one liked property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Cross-source dedup  ·  Same building, different agency, different words → caught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 ·  Outliers = data errors or hidden opportunities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clustering  ·  Spot oversupply / fire-sale clusters automatically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Time-aware comps  ·  Comp from today, not 2020 when market was different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WAYBACK REALITY + LEGAL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Wayback bootstrap — real coverage, real risk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Archive has millions of Idealista snapshots. Not complete. Not without legal nuance.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542239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542239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377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coverage (from CDX API query)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5029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13M+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snapshot records of idealista.com/inmueble/* URLs
</a:t>
            </a:r>
            <a:endParaRPr lang="en-US" sz="2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3–5M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unique listings, after dedup
</a:t>
            </a:r>
            <a:endParaRPr lang="en-US" sz="2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Idealista's actual 5y output: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15–25M listings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~10–25% national coverage</a:t>
            </a:r>
            <a:endParaRPr lang="en-US" sz="2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Bias: time-on-market (stale listings over-archived), geography (Madrid/Barcelona/Marbella favored), price tier (luxury over-represented).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309360" y="2194560"/>
            <a:ext cx="5422392" cy="4069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2194560"/>
            <a:ext cx="54223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77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posture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74320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Wayback access  </a:t>
            </a:r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— IA explicitly permits automated research access at respectful rate</a:t>
            </a:r>
            <a:endParaRPr lang="en-US" sz="10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TDM exception  </a:t>
            </a:r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4 DSM Directive permits text+data mining commercially, unless rightsholder opted out</a:t>
            </a:r>
            <a:endParaRPr lang="en-US" sz="10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Idealista commercial use  </a:t>
            </a:r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area — they actively litigate scrapers, but Wayback is a separate publication</a:t>
            </a:r>
            <a:endParaRPr lang="en-US" sz="10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 </a:t>
            </a:r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agent contact details + personal data on ingest. Minimize retention.</a:t>
            </a:r>
            <a:endParaRPr lang="en-US" sz="10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path  </a:t>
            </a:r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bootstrap now, lawyer review (€3-5K) before paying customers, B2B license at scale (€10-50K/yr)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6 months — what we'd own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scraping the top 10-12 Spanish cities builds a proprietary dataset comparable to commercial providers.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73152" cy="1371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LISTINGS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2–3M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3152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major Spanish cities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61688" y="219456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61688" y="2194560"/>
            <a:ext cx="73152" cy="1371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6008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CORPUS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36008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~50M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463600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25 photos × listing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57032" y="219456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57032" y="2194560"/>
            <a:ext cx="73152" cy="1371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1352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31352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~3GB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8531352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tabular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703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breakdown by city (annual volume)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11247120" cy="233172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/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listings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6mo observed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Madrid 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400-600k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200-300k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Barcelona 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250-400k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125-200k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150-250k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75-125k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Sevilla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100-150k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50-75k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Málaga + Costa del Sol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120-180k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60-90k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Bilbao + Zaragoza + Palma + Alicante + Murcia + Granada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250-400k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125-200k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10-12 cities combined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~2-3M/year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~1-1.5M new + 1.5M inventory snapshot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EMBEDDINGS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contain 60-80% of a property's character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embeddings put text + images in the same vector space. Native cross-modal search, condition scoring, misrepresentation detection.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embedding only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embedding (CLIP-class)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5422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743200"/>
            <a:ext cx="50292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Descriptions are formulaic promotional fluff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Condition mostly unknown unless described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Can't search 'kitchens like this'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Same building/different agency reads as different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Misrepresentation invisible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Visual style ignored entirely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606040"/>
            <a:ext cx="5422392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743200"/>
            <a:ext cx="51206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Captures actual condition (kitchen state, finish level, light)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Native 'find properties that look like this'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Detects 'listing claims renovated; photos disagree'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Visual style clustering (modern / Andalusian / dated)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View quality: sea, golf, mountain, urban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Cross-modal: text query → image results and vice versa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choices (open + self-hostable): </a:t>
            </a:r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SigLIP 2 (Google, current SOTA retrieval)  ·  OpenCLIP ViT-G/14  ·  PaliGemma 2 (VLM)  ·  Qwen2.5-VL (strong Spanish)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28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photos vs embeddings — the compression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embeddings compress photos ~100-2000× while preserving everything you need for ML operations.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29260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2286000"/>
                <a:gridCol w="237744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item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(2M listings / 50M photos)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/ mo (Hetzner)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photo files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~250 KB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 TB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 TB resized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~€50/mo (1TB tier scales linearly)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 (per listing)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3-4 KB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~1.5 GB int8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~€0.02/mo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 — per photo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3-4 KB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~150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 GB int8 / ~12 GB PQ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~€0.05–0.20/mo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 — property signature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KB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~1.5 GB int8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~€0.02/mo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 — hybrid (signature + 5 key)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KB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~36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 GB int8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~€0.05/mo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212080"/>
            <a:ext cx="1124712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852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COMPUTE COSTS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550408"/>
            <a:ext cx="109728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Bulk-embed 50M photos on rented T4/L4 spot GPU: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~$200-400 one-time, ~700 GPU-hours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daily inference (~30k new photos/day):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~$5/month or run on Tower CPU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incremental infrastructure cost:  </a:t>
            </a:r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~$15/month + one-time ~$300-500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 VS PIXELS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preserve meaning, not pixels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ML stack runs on embeddings. Show photos via Idealista's CDN. Keep raw photos on cheap cold storage as upgrade insurance.</a:t>
            </a:r>
            <a:endParaRPr lang="en-US" sz="15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2286000"/>
        </p:xfrm>
        <a:graphic>
          <a:graphicData uri="http://schemas.openxmlformats.org/drawingml/2006/table">
            <a:tbl>
              <a:tblPr/>
              <a:tblGrid>
                <a:gridCol w="5623560"/>
                <a:gridCol w="5623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LOST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PRESERVED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Pixel-level reconstruction (you can't re-display the photo from embedding)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High-level concepts (kitchen, exterior, pool, 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text in photos (street signs, screens)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 + aesthetic (modern, traditional, dated, luxurious)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Faces in identifiable detail (good for GDPR)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Notable features (marble, wood, fireplace, terrace)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spatial dimensions (can't measure m² from embedding)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 signals (fresh paint, dated appliances, damp)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Trivia details model wasn't trained to care about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 / atmosphere / approximate quality tier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17720"/>
            <a:ext cx="112471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4709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PHOTO-URL-NOT-PHOTO INSIGHT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4983480"/>
            <a:ext cx="10972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stack (search, scoring, similarity, anomaly detection):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only — no raw photos needed.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Investor-facing UI (display photos in alerts):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Idealista's CDN URLs. Browser fetches from idealista.com, not your server. Zero storage / bandwidth cost.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Future-proofing (re-embed when better models ship):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low-res cached copies on Hetzner / Backblaze, ~€5-15/month for the whole dataset.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VS LLM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vs analyst — different tools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is not an LLM. Fine-tuning Gemma is the wrong frame for the discovery problem because the problem is retrieval, not generation.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542239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542239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542032"/>
            <a:ext cx="310896" cy="31089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88720" y="2514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 — THE CATALOG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310896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retrieval, similarity, scoring at scale
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fixed-size vector. No text out.
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cost: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$200–2,000 one-time
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cost: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 (CPU, &lt;1ms/property)
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latency: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&lt;1ms (vector NN search)
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YOUR data — uncopiable
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09360" y="2194560"/>
            <a:ext cx="5422392" cy="4069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09360" y="2194560"/>
            <a:ext cx="542239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92240" y="2468880"/>
            <a:ext cx="457200" cy="45720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542032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04088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(Gemma / Claude / GPT) — THE ANALYST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92240" y="310896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generation, reasoning, summarization
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text (or structured output). Open-ended.
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cost: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$1K–20K (LoRA cheaper)
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cost: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$0.001-0.01/call OR $200-500/mo self-host
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latency: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100-500ms (API) or 50-100ms self-hosted
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Claude/GPT + RAG. Fine-tune only at scale.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57200" y="6327648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stack: embedding for retrieval (custom) + LLM via API for generation + vision fine-tune for photos. All three, different roles.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done, what's next, when each piece lands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11247120" cy="822960"/>
          </a:xfrm>
          <a:prstGeom prst="rect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TODAY  · 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shipped (PR #29). Stealth scraping + interactive browser unified on Cloak.
</a:t>
            </a:r>
            <a:endParaRPr lang="en-US" sz="10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discovery agent is the next sprint — design phase. Embedding model is a month-6+ play.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3246120"/>
            <a:ext cx="2788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246120"/>
            <a:ext cx="278892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3383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3931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Stealth infrastructure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43484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Cloak service live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CapSolver wired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Camofox retired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Marbella worked example proves stack works on DataDome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29000" y="3246120"/>
            <a:ext cx="2788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29000" y="3246120"/>
            <a:ext cx="278892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3383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11880" y="3657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11880" y="3931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discovery agent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11880" y="443484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 bulk DB (DuckDB)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Geocoder + spatial join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scraper for target geos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v1 (asking-price deviation + days-on-market)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alerts via existing Hermes channels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0" y="3246120"/>
            <a:ext cx="2788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3246120"/>
            <a:ext cx="278892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138160" y="3383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0" y="3657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3-6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83680" y="3931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sharper signals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83680" y="443484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Wayback bootstrap (~5yr backfill)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Crawl supplement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Disappearance index live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Simple paid tier productized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URLs captured; raw on cheap cold storage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72600" y="3246120"/>
            <a:ext cx="2788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72600" y="3246120"/>
            <a:ext cx="27889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5548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109960" y="3383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555480" y="3657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6+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555480" y="3931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embedding moat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555480" y="443484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Bulk-embed photos with SigLIP 2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custom property embedding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Photo-aware AVM beta (vs Tinsa)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paid comp source (Brainsre/uDA)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space the data opens up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platform first. Sell the discovery agent on top. Keep these other doors open by design.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24028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Adjacencies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data, more revenue per investor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29184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kickbacks (financing, insurance, notaries, reformas, property managers).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discovery for real estate agencies.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Off-market lead marketplace — license opportunities to closing agencies.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61688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61688" y="2240280"/>
            <a:ext cx="3456432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6008" y="2423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pivots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36008" y="2834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data, different customer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36008" y="329184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Photo-aware AVM API competing with Tinsa — banks/insurers/lenders.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underwriting features (claims-risk per property).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Market-intelligence subscriptions for hedge funds and REITs.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Short-term-let viability analyzer for Airbnb investors.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Construction/redevelopment intel for architects/developers.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57032" y="2240280"/>
            <a:ext cx="345643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57032" y="2240280"/>
            <a:ext cx="345643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1352" y="2423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Outside-the-box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531352" y="2834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creative angles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31352" y="3291840"/>
            <a:ext cx="2907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intelligence — pattern-spot foreign capital in luxury RE.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 data-correction service (own % of IBI tax savings).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Climate-risk overlay (flood, fire, EU 2030 EPC rules).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Squatter early-warning for absentee owners (Spain's okupa problem).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Family-office portfolio tracker for inherited Spanish RE.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data licensing — Tinsa-lite for specific regions.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9536" y="4206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· STATE · DEFERRED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· how to dig deeper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3749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#29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github.com/sergiocoding96/hermes-multi-agent/pull/29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decision doc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memos-setup/learnings/2026-05-16-cloak-deprecate-camofox.md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report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tower/docs/browser-stealth-benchmark-2026-05-16.md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Marbella analysis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perf-audit-results-idealista/marbella-top20-analysis.md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update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CFF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skills/web-research/SKILL.md §4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434840" y="2011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2423160"/>
          <a:ext cx="3749040" cy="393192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Cloak 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Camofox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CapSolver fallback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armed ($6.30)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Marbella scrape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properties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#29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ready to merge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agent design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Wayback bootstrap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 embedding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F1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412480" y="2011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(when ready)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412480" y="2423160"/>
            <a:ext cx="3749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Lawyer review (€3-5K) before taking paying customers.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Cloak source into repo at tower/services/.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paid comp source (Brainsre / uDA / none) at month 4.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train custom property embedding vs SigLIP-only.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Idealista B2B license at €30-50K MRR threshold.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 ·  CLOAK STEALTH STACK MIGRATION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Cloak stealth stack + RE discovery agent</dc:title>
  <dc:subject>PptxGenJS Presentation</dc:subject>
  <dc:creator>Hermes infrastructure team</dc:creator>
  <cp:lastModifiedBy>Hermes infrastructure team</cp:lastModifiedBy>
  <cp:revision>1</cp:revision>
  <dcterms:created xsi:type="dcterms:W3CDTF">2026-05-17T22:05:26Z</dcterms:created>
  <dcterms:modified xsi:type="dcterms:W3CDTF">2026-05-17T22:05:26Z</dcterms:modified>
</cp:coreProperties>
</file>
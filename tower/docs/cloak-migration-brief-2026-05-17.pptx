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943600"/>
            <a:ext cx="192024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5394960"/>
            <a:ext cx="548640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INFRASTRUCTURE BRIEF  ·  2026-05-17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Camofox with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CloakBrowser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 one-day migration to a single Chromium stealth backend.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real estate investment-discovery agent it unlocks.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Palacio + Claude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/ 2 / 3 shipped — PR #29 ready to merge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did, what we shipped, what changes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stealth stack migration completed in one focused session. Production live.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2432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CloakBrowser vs Camoufox vs stock Playwright across 7 URLs incl. DataDome / CF Turnstile targets.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Cloak passes the same fingerprint checks as Camoufox at roughly half the cold-launch time and ~25% lower RAM.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Camofox in three coordinated phases on the same day, with zero downtime.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1688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61688" y="2240280"/>
            <a:ext cx="345643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36008" y="25146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62432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76088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36008" y="320040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service at :9378 — Firecrawl-compatible /v1/scrape plus the full /tabs/* interactive surface.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cookie persistence, request pacing, asset blocking, CapSolver captcha fallback (~$1/mo).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Camofox stopped + disabled; CAMOFOX_URL points at Cloak; six gateways restarted clean.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57032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57032" y="2240280"/>
            <a:ext cx="34564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31352" y="25146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624328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71432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531352" y="320040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Anti-bot domains (Idealista, Ticketmaster, Glassdoor, Cloudflare-Turnstile sites) now scrape reliably.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Chromium engine across the agent's web stack — no more dual code paths between scrape &amp; interactive.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is one sed + one systemctl restart away if production reveals any regression.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broken before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stealth stacks, one of them silently failing in production.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playwright-service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stock Chromium. Stock fingerprint = instant 403 on DataDome, Cloudflare Turnstile, and Imperva sites.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Camofox service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(Camoufox Firefox fork) was the supposed fallback.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/health endpoint reported ok:true, but every POST /tabs returned 500 — better-sqlite3 native module had silently failed to load.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routing logic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web-research/SKILL.md split traffic by domain — DataDome → Camofox, everything else → Firecrawl. The split meant every new domain needed a routing decision, and the fallback didn't actually 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53309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4231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55280" y="2834640"/>
            <a:ext cx="21945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52044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0" y="352044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4069080"/>
            <a:ext cx="2103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
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:3002
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Chromium
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Anti-bot: </a:t>
            </a:r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4069080"/>
            <a:ext cx="2103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23544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Camofox
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:9377
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Camoufox/Firefox
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562356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DataDome targets fail silently. /health says ok.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methodology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subprocess per engine. Cold launch + per-URL DCL + peak RSS measured via direct Playwright calls.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set (7)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4864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in the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httpbin.org/get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JSON,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modern 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news.ycombinator.com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static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nowsecure.nl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challenge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bot.sannysoft.com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bot-detection report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idealista.com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DataDome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abrahamjuliot.github.io/creepjs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09360" y="260604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Fresh subprocess per engine — no state leakage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Playwright launch → goto(url, until=domcontentloaded) → wait_for_load_state('networkidle') → 1.5s settle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Captured: cold launch (s), per-URL DCL (s), full content length, peak RSS of browser process tree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Bot-detection scoring: sannysoft 'passed' marker count + CreepJS rendered-HTML size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Single-run-per-URL — numbers have ±10% noise, treat individual 100ms gaps as not signal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code lives at /tmp/bench_browsers.py + bench_tower_paths.py. Raw JSON archived under /tmp/bench-*.json.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≈ stock speed, Camoufox-tier stealth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Cloak's C++ stealth patches add almost zero wall-time cost. Camoufox pays a Firefox tax.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4564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73152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LAUNCH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3.53s Camoufox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1688" y="2194560"/>
            <a:ext cx="34564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194560"/>
            <a:ext cx="73152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DCL / 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36008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0.61s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636008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2.30s Camoufox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57032" y="2194560"/>
            <a:ext cx="34564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57032" y="2194560"/>
            <a:ext cx="73152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31352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830MB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531352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1.13GB Camoufox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219456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RSS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Sannysoft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Idealista (clean 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Playwright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657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CloakBrowser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 KB real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Camoufox (Firefox fork)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1,128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KB real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coverage tie between stealth engines. The Chromium-vs-Firefox engine gap drives most of the speed win.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DataDome isn't a wall — it's a bot-score escalator.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'Idealista is blocked' assumption was wrong. The IP was getting punished for OUR test pattern.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scrape attempt: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403,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KB body. Looks blocked.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the body: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src='captcha-delivery.com/c.js'&gt;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block — it's the silent JS challenge. Run the script, get a cookie, retry, get 200.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Cloak and Camoufox solve it natively. Stock Playwright doesn't.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DataDome behavior tiers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606040"/>
            <a:ext cx="50292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2606040"/>
            <a:ext cx="10972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Clean 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JS challenge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8700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auto with stealth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520440"/>
            <a:ext cx="50292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3520440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Score climbing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interval 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870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passes, slower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4434840"/>
            <a:ext cx="50292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4434840"/>
            <a:ext cx="10972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Score escalated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captcha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8700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CapSolver or wait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Don't trigger tier 3 in the first place. Hygiene &gt; captcha solving.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Camofox with Cloak — keep Firecrawl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isn't a scraping platform — it's the browser engine. Firecrawl keeps its queue, cache, markdown, and search.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223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42239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provides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63240"/>
          <a:ext cx="4690872" cy="3108960"/>
        </p:xfrm>
        <a:graphic>
          <a:graphicData uri="http://schemas.openxmlformats.org/drawingml/2006/table">
            <a:tbl>
              <a:tblPr/>
              <a:tblGrid>
                <a:gridCol w="3593592"/>
                <a:gridCol w="10972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API + job 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 queue, Redis cache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SearXNG search aggregator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→ markdown conversion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Per-domain rate limiting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309360" y="2194560"/>
            <a:ext cx="5422392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194560"/>
            <a:ext cx="542239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4688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provides</a:t>
            </a:r>
            <a:endParaRPr lang="en-US" sz="2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063240"/>
          <a:ext cx="4690872" cy="3108960"/>
        </p:xfrm>
        <a:graphic>
          <a:graphicData uri="http://schemas.openxmlformats.org/drawingml/2006/table">
            <a:tbl>
              <a:tblPr/>
              <a:tblGrid>
                <a:gridCol w="3593592"/>
                <a:gridCol w="10972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Stealth Chromium 146 + C++ patches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Per-domain persistent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blocking (img/css/font)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CapSolver fallback for hard captcha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interactive /tabs/* surface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57200" y="6355080"/>
            <a:ext cx="1127455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SCALING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where we'd go next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Hermes' current research workload sits at Tier 1 — under a dollar per month, with CapSolver as insurance.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347472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594360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1k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Tower + Cloak + hygiene — no solver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5k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CapSolver fallback  ← we are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– $10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20k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+ 5 ISP proxies + fingerprint rotation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– 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100k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+ 20 ISP / rotating residential 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 – 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 – 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queue + residential by GB + asset blocking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$1.5k – $8k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Distributed, multi-region, custom anti-bot infra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·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home-Tower egress (residential Orange Spain IP, Marbella). CapSolver wired, $6.30 balance. </a:t>
            </a:r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won't see Tier 2+ economics until/unless Hermes scrape volume hits a specific anti-bot domain &gt; 5k/day.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PHASE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service — Firecrawl-compatible scrape on :9378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4564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57860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3200400"/>
            <a:ext cx="29077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backed by CloakBrowser (Chromium 146 + C++ stealth patches).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at localhost:9378. systemd unit installed + enabled — survives Tower reboots.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shape mirrors Firecrawl's /v1/scrape so skills only swap a base URL.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1688" y="2194560"/>
            <a:ext cx="34564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61688" y="219456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36008" y="24688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57860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76088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built in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36008" y="3200400"/>
            <a:ext cx="29077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BrowserContext, cookies persisted to disk under profiles/&lt;domain&gt;/.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 minimum interval between same-domain requests (prevents DataDome score climb).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Image/CSS/font request blocking on /v1/scrape — cuts bandwidth ~80%, speeds renders.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57032" y="2194560"/>
            <a:ext cx="34564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57032" y="219456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31352" y="24688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57860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71432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CapSolver wired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531352" y="3200400"/>
            <a:ext cx="29077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by CAPSOLVER_API_KEY env (via systemd drop-in, chmod 600).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DataDome challenge, extracts cid/hsh, calls DatadomeSliderTask, retries with cookie.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dormant — silent challenge has been sufficient. ~$0.0008 / solve when needed.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PHASE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surface — byte-for-byte snapshot parity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 mirroring Camofox /tabs/* so browser_camofox.py never knew the backend changed.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implemented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4864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Complexity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easy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/tabs/:id/navigate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easy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/tabs/:id/snapshot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hard — ARIA tree + ref system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/tabs/:id/click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/tabs/:id/type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easy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/tabs/:id/scroll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trivial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/tabs/:id/press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trivial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/tabs/:id/back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trivial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/tabs/:id/screenshot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trivial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/sessions/:userId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easy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2194560"/>
            <a:ext cx="5422392" cy="4069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diff vs Camofox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URL (HN), same wall-clock window: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CAMOFOX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9224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refsCount: 222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totalChars: 41,004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refsCount: 222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totalChars: 41,004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4434840"/>
            <a:ext cx="5148072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4572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pPr indent="0" marL="0">
              <a:buNone/>
            </a:pPr>
            <a:r>
              <a:rPr lang="en-US" sz="14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lines diff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6492240" y="5349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content drift (HN updated story timestamps between fetches). 0% format drift.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PHASE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Camofox stopped, disabled, retired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cutover after Phase 2 E2E was green — user opted out of the warm-rollback week.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--user stop camofox.service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--user disable camofox.service (won't restart on reboot)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9377 released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browser_camofox.py module docstring rewritten as deprecation notice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Camofox npm install left in place (rollback / archaeology)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SKILL.md, decision doc updated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e25ff62 pushed to PR #29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422392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50592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8660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Post-stop verification — all green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971800"/>
          <a:ext cx="5120640" cy="310896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Cloak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 hermes-gateway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E2E flow (9 calls)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import of browser_camofox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is_camofox_mode() → True (via :9378)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check_camofox_available() →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ARCHITECTURE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stealth backend, two consumers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service is the single Chromium that serves both one-shot scrape and the agent's interactive browser tool.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GATEWAYS  ·  6 profiles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1783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hermes-gateway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08860" y="2514600"/>
            <a:ext cx="1783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8860" y="2514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arinze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514600"/>
            <a:ext cx="1783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514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2180" y="2514600"/>
            <a:ext cx="1783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2180" y="2514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krati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514600"/>
            <a:ext cx="1783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514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15500" y="2514600"/>
            <a:ext cx="1783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15500" y="2514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48740" y="315468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15468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2060" y="315468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15468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55380" y="315468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0" y="315468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66160"/>
            <a:ext cx="11274552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66160"/>
            <a:ext cx="1645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749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SERVICE  ·  localhost:9378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CloakBrowser stealth Chromium 146  +  per-domain context  +  CapSolver fallback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/v1/scrape   ·   /v1/save-pdf   ·   /v1/balance   ·   /tabs/*   ·   /sessions/:userId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49377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49377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0" y="49377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349240"/>
            <a:ext cx="35661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458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 ·  :3002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5806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via SearXNG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non-stealth scrape (unchanged)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97680" y="5349240"/>
            <a:ext cx="3566160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480560" y="5458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Camofox  ·  :9377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80560" y="5806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+ disabled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retained for rollback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38160" y="5349240"/>
            <a:ext cx="3566160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5458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engine targets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21040" y="5806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DataDome  ·  CF Turnstile  ·  Imperva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modern site incl. interactive flows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Marbella properties — 20 scraped, analyzed, ranked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proof: real DataDome target, 10.4s for 800 KB HTML, zero CapSolver spend.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4564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73152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PARSED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56 unique on page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1688" y="2194560"/>
            <a:ext cx="34564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194560"/>
            <a:ext cx="73152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36008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36008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Cloak call, no retry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57032" y="2194560"/>
            <a:ext cx="34564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57032" y="2194560"/>
            <a:ext cx="73152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CAPSOLVER SPEND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31352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531352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challenge solved natively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Watch-list from the analysis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11247120" cy="246888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1280160"/>
                <a:gridCol w="128016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Dúplex · Guadalmina 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€575k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€2,386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raw value — verify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Townhouse · Nagüeles (Golden Mile)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€2,979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anomalously cheap for postcode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 · Playa de la Fontanilla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€430k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€4,095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central beach apt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 · Nueva Andalucía (Velian)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€4.99M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€14,478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aggressive luxury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 · Las Brisas (Villa Solstice)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€19.5M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€11,919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trophy of the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state · rollback recipe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right now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4864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cloak-service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hermes-gateway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hermes-gateway-arinze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hermes-gateway-hr-agent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hermes-gateway-krati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hermes-gateway-research-agent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hermes-gateway-sergio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firecrawl-api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camofox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inactive · disabled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regresses — full rollback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606040"/>
            <a:ext cx="54864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74320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Re-enable Camofox
</a:t>
            </a:r>
            <a:pPr indent="0" marL="0">
              <a:buNone/>
            </a:pPr>
            <a:r>
              <a:rPr lang="en-US" sz="11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--user enable camofox.service
</a:t>
            </a:r>
            <a:pPr indent="0" marL="0">
              <a:buNone/>
            </a:pPr>
            <a:r>
              <a:rPr lang="en-US" sz="11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--user start  camofox.service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Flip env back to :9377
</a:t>
            </a:r>
            <a:pPr indent="0" marL="0">
              <a:buNone/>
            </a:pPr>
            <a:r>
              <a:rPr lang="en-US" sz="11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 -i 's|9378|9377|' ~/.hermes/.env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Restart all 6 gateways
</a:t>
            </a:r>
            <a:pPr indent="0" marL="0">
              <a:buNone/>
            </a:pPr>
            <a:r>
              <a:rPr lang="en-US" sz="11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--user restart \
</a:t>
            </a:r>
            <a:pPr indent="0" marL="0">
              <a:buNone/>
            </a:pPr>
            <a:r>
              <a:rPr lang="en-US" sz="11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hermes-gateway{,-arinze,-hr-agent,\
</a:t>
            </a:r>
            <a:pPr indent="0" marL="0">
              <a:buNone/>
            </a:pPr>
            <a:r>
              <a:rPr lang="en-US" sz="11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-krati,-research-agent,-sergio}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time: ~30 seconds.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0"/>
            <a:ext cx="75895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WHAT THIS ENABLES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plumbing to product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isn't the product. It's what makes the product possible.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HAVE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3703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scraping that works on every DataDome target in Spain — at industrial scale, ~$1/month.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NOW BUILD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4434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estate investment-discovery agent that surfaces undervalued properties for investors.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5166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real estate is opaque, slow, and full of mispriced inventory — a perfect fit for a continuous AI discovery loop.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 agent for property investors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scrapes Idealista. Flags undervalued opportunities. Optionally pulls regulatory deep-dives on demand.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2432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HNW individual investors who already buy Spanish property.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family offices managing 5-50 property portfolios.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Buy-to-let investors operating in the Costa del Sol / Madrid / Barcelona corridors.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buyers (UK, EU) navigating an unfamiliar market.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61688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61688" y="224028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36008" y="251460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62432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76088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36008" y="320040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Idealista 24/7 across the investor's target geographies.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every listing with Catastro building data + coordinates.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against neighborhood comps + price-drop + days-on-market signals.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opportunity alerts via the channels Hermes already serves.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257032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57032" y="224028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31352" y="251460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624328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71432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531352" y="320040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not on-demand — catches opportunities the moment they appear.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data are proprietary (Cloak + Catastro mirror + accumulated history).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deep-dive (Nota Simple) is optional — pay only when you're serious.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baseline scales to industrial volume; paid tier is pure pass-through.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MONETIZATION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baseline · paid uplift on demand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runs for free; investors pay only when they want regulatory certainty on a specific opportunity.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pipeline (always running, $0 per lookup)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Idealista scrape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service · daily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297180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251460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callejero + fallback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34840" y="297180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251460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mirror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DuckDB · spatial join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297180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66560" y="251460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per-building cache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41080" y="297180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251460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alert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comps + price-drop signal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tiers, two margin profiles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54223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06240"/>
            <a:ext cx="542239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370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DISCOVERY  ·  FREE BASELINE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8006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subscribes to your product (monthly fee).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continuously, surfaces opportunities.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cost to you: $0 — all open / scraped sources.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~100% of subscription revenue.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4206240"/>
            <a:ext cx="5422392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206240"/>
            <a:ext cx="542239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370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NOTA SIMPLE  ·  PAY-PER-USE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8006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flags a property — wants the real picture.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fetch a Nota Simple from Registro de la Propiedad: current owner, last sale price + date, mortgages, liens.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cost: ~€9 per request (set by law, no discount).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charge investor €9 + markup. Pure pass-through.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accumulate, day by day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6-12 months, you own a proprietary Spanish real estate dataset no competitor has.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41148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74066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listings feed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listing in target geos, full attributes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Catastro mirror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parcel + building polygon (one-time bulk + monthly delta)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15-50 photos per listing — retained from day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/ agency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lists what; concentration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Wayback bootstrap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years of historical asking-price snapshots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price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drop, every relist, captured continuously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Disappearance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for sold-vs-withdrawn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Simple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Per-property ownership chains + true sale prices (paid tier accumulates)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 comp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 for the embedding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6355080"/>
            <a:ext cx="1127455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MOAT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property embeddings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text embeddings can't tell two unrelated properties apart. A trained one is the foundation of every advanced feature.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223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4223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off-the-shelf fails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0292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3-bed villa · Marbella · sea views · 200m² · €4.2M
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Beachfront luxury market, low yield, illiquid HNW segment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0292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31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3-bed villa · Madrid centro · 200m² · €4.2M
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premium market, different yield, different buyer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/ OpenAI text embedding: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very close ❯ similar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different investments. 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words, opposite fundamentals.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5422392" cy="4069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94560"/>
            <a:ext cx="542239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trained one unlocks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78892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construction  ·  Real comp sets for valuation — foundation of AVMs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discovery feed  ·  "Show me more like this" actually means something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matching  ·  Personalized opportunity feed from one liked property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dedup  ·  Same building, different agency, different words → caught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 ·  Outliers = data errors or hidden opportunities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clustering  ·  Spot oversupply / fire-sale clusters automatically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comps  ·  Comp from today, not 2020 when market was different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6355080"/>
            <a:ext cx="1127455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done, what's next, when each piece lands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  · 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shipped (PR #29). Stealth scraping + interactive browser unified on Cloak.
</a:t>
            </a:r>
            <a:endParaRPr lang="en-US" sz="1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discovery agent is the next sprint — design phase. Embedding model is a month-6+ play.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46120"/>
            <a:ext cx="2788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infrastructure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 service live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CapSolver wired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Camofox retired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Marbella worked example proves stack works on DataDome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324612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3246120"/>
            <a:ext cx="27889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11880" y="3657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discovery 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44348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bulk DB (DuckDB)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Geocoder + spatial join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for target geos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v1 (asking-price deviation + days-on-market)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alerts via existing Hermes channels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24612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246120"/>
            <a:ext cx="27889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3657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sharper signals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44348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bootstrap (~5yr backfill)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 supplement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Disappearance index live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Simple paid tier productized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retention + indexing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72600" y="324612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72600" y="324612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54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0996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55480" y="3657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6+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5548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moat + scale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55480" y="44348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v1 property embedding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comp construction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API beta (if validated)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paid comp source (Brainsre/uDA)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space the data opens 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platform first. Sell the discovery agent on top. Keep these other doors open by design.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more revenue per investor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kickbacks (financing, insurance, notaries, reformas, property managers).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discovery for real estate agencies.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Off-market lead marketplace — license opportunities to closing agencies.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1688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240280"/>
            <a:ext cx="34564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pivots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36008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different customer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6008" y="329184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API competing with Tinsa — banks/insurers/lenders.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underwriting features (claims-risk per property).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Market-intelligence subscriptions for hedge funds and REITs.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Short-term-let viability analyzer for Airbnb investors.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Construction/redevelopment intel for architects/developers.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57032" y="2240280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57032" y="2240280"/>
            <a:ext cx="34564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Outside-the-box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31352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creative angles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31352" y="329184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intelligence — pattern-spot foreign capital in luxury RE.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data-correction service (own % of IBI tax savings).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Climate-risk overlay (flood, fire, EU 2030 EPC rules).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Squatter early-warning for absentee owners (Spain's okupa problem).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Family-office portfolio tracker for inherited Spanish RE.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data licensing — Tinsa-lite for specific regions.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· STATE · DEFERRED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· how to dig deeper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#29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github.com/sergiocoding96/hermes-multi-agent/pull/29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decision doc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memos-setup/learnings/2026-05-16-cloak-deprecate-camofox.md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report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tower/docs/browser-stealth-benchmark-2026-05-16.md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Marbella analysis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perf-audit-results-idealista/marbella-top20-analysis.md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update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skills/web-research/SKILL.md §4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348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2423160"/>
          <a:ext cx="374904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Cloak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Camofox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CapSolver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armed ($6.30)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Marbella scrape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properties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#29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to merge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41248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(when ready)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0" y="2423160"/>
            <a:ext cx="3749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Cloak source into repo at tower/services/.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Smoke-monitor on /v1/scrape + /tabs/snapshot.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Phase-test CapSolver against a burnt IP.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platform-first vs agent-first architecture for Phase 1.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paid comp source (Brainsre vs uDA vs none) at month 4.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629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CLOAK STEALTH STACK MIGRATION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789920" y="6629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Cloak stealth stack migration</dc:title>
  <dc:subject>PptxGenJS Presentation</dc:subject>
  <dc:creator>Hermes infrastructure team</dc:creator>
  <cp:lastModifiedBy>Hermes infrastructure team</cp:lastModifiedBy>
  <cp:revision>1</cp:revision>
  <dcterms:created xsi:type="dcterms:W3CDTF">2026-05-17T02:39:32Z</dcterms:created>
  <dcterms:modified xsi:type="dcterms:W3CDTF">2026-05-17T02:39:32Z</dcterms:modified>
</cp:coreProperties>
</file>
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5943600"/>
            <a:ext cx="1920240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5394960"/>
            <a:ext cx="548640" cy="5486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14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INFRASTRUCTURE BRIEF  ·  2026-05-17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 Camofox with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CloakBrowser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one-day migration to a single Chromium stealth backend — faster, leaner, with CapSolver as a captcha safety net.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57607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Palacio + Claude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 / 2 / 3 shipped — PR #29 ready to merge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did, what we shipped, what changes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stealth stack migration completed in one focused session. Production live.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345643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240280"/>
            <a:ext cx="345643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514600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624328"/>
            <a:ext cx="283464" cy="28346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71600" y="25420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31520" y="3200400"/>
            <a:ext cx="2907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CloakBrowser vs Camoufox vs stock Playwright across 7 URLs incl. DataDome / CF Turnstile targets.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Cloak passes the same fingerprint checks as Camoufox at roughly half the cold-launch time and ~25% lower RAM.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Camofox in three coordinated phases on the same day, with zero downtime.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61688" y="2240280"/>
            <a:ext cx="345643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61688" y="2240280"/>
            <a:ext cx="345643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36008" y="251460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624328"/>
            <a:ext cx="283464" cy="2834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76088" y="25420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4636008" y="3200400"/>
            <a:ext cx="2907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service at :9378 — Firecrawl-compatible /v1/scrape plus the full /tabs/* interactive surface.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Per-domain cookie persistence, request pacing, asset blocking, CapSolver captcha fallback (~$1/mo).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 stopped + disabled; CAMOFOX_URL points at Cloak; six gateways restarted clean.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257032" y="2240280"/>
            <a:ext cx="345643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57032" y="2240280"/>
            <a:ext cx="345643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531352" y="2514600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624328"/>
            <a:ext cx="283464" cy="28346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171432" y="25420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8531352" y="3200400"/>
            <a:ext cx="2907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Anti-bot domains (Idealista, Ticketmaster, Glassdoor, Cloudflare-Turnstile sites) now scrape reliably.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Chromium engine across the agent's web stack — no more dual code paths between scrape &amp; interactive.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is one sed + one systemctl restart away if production reveals any regression.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broken before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stealth stacks, one of them silently failing in production.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Firecrawl playwright-service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stock Chromium. Stock fingerprint = instant 403 on DataDome, Cloudflare Turnstile, and Imperva sites.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 service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(Camoufox Firefox fork) was the supposed fallback.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/health endpoint reported ok:true, but every POST /tabs returned 500 — better-sqlite3 native module had silently failed to load.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routing logic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web-research/SKILL.md split traffic by domain — DataDome → Camofox, everything else → Firecrawl. The split meant every new domain needed a routing decision, and the fallback didn't actually work.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2286000"/>
            <a:ext cx="5330952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242316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955280" y="2834640"/>
            <a:ext cx="2194560" cy="5486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63840" y="3520440"/>
            <a:ext cx="0" cy="457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32720" y="3520440"/>
            <a:ext cx="0" cy="457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0" y="4069080"/>
            <a:ext cx="2103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Firecrawl
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:3002
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Chromium
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Anti-bot: </a:t>
            </a:r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235440" y="4069080"/>
            <a:ext cx="2103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923544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
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:9377
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Camoufox/Firefox
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562356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DataDome targets fail silently. /health says ok.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methodology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subprocess per engine. Cold launch + per-URL DCL + peak RSS measured via direct Playwright calls.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set (7)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4864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it's in the 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httpbin.org/get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JSON,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modern HTML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news.ycombinator.com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real-world static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nowsecure.nl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 challenge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bot.sannysoft.com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bot-detection report page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idealista.com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DataDome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abrahamjuliot.github.io/creepjs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fingerprint detection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0936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09360" y="2606040"/>
            <a:ext cx="5486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Fresh subprocess per engine — no state leakage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Playwright launch → goto(url, until=domcontentloaded) → wait_for_load_state('networkidle') → 1.5s settle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Captured: cold launch (s), per-URL DCL (s), full content length, peak RSS of browser process tree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Bot-detection scoring: sannysoft 'passed' marker count + CreepJS rendered-HTML size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Single-run-per-URL — numbers have ±10% noise, treat individual 100ms gaps as not signal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code lives at /tmp/bench_browsers.py + bench_tower_paths.py. Raw JSON archived under /tmp/bench-*.json.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≈ stock speed, Camoufox-tier stealth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Cloak's C++ stealth patches add almost zero wall-time cost. Camoufox pays a Firefox tax.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94560"/>
            <a:ext cx="73152" cy="1371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LAUNCH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0.78s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73152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3.53s Camoufox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61688" y="219456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61688" y="2194560"/>
            <a:ext cx="73152" cy="1371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6008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DCL / URL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36008" y="2651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0.61s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463600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2.30s Camoufox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57032" y="219456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57032" y="2194560"/>
            <a:ext cx="73152" cy="1371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31352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RSS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31352" y="2651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830MB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8531352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1.13GB Camoufox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11247120" cy="219456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launch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DCL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RSS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Sannysoft 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Idealista (clean IP)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Playwright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657 MB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CloakBrowser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 MB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 KB real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Camoufox (Firefox fork)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1,128 MB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/ 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 KB real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coverage tie between stealth engines. The Chromium-vs-Firefox engine gap drives most of the speed win.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DataDome isn't a wall — it's a bot-score escalator.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'Idealista is blocked' assumption was wrong. The IP was getting punished for OUR test pattern.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5943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scrape attempt: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403,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KB body. Looks blocked.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at the body: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&lt;script src='captcha-delivery.com/c.js'&gt;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not a block — it's the silent JS challenge. Run the script, get a cookie, retry, get 200.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Cloak and Camoufox solve it natively. Stock Playwright doesn't.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DataDome behavior tiers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2606040"/>
            <a:ext cx="50292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0" y="2606040"/>
            <a:ext cx="109728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Clean IP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40880" y="3017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JS challenge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28700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auto with stealth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3520440"/>
            <a:ext cx="50292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66560" y="3520440"/>
            <a:ext cx="109728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Score climbing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40880" y="3931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interval ↑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87000" y="3749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passes, slower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66560" y="4434840"/>
            <a:ext cx="50292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0" y="4434840"/>
            <a:ext cx="109728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4526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Score escalated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40880" y="4846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captcha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287000" y="4663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CapSolver or wait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66560" y="5440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Don't trigger tier 3 in the first place. Hygiene &gt; captcha solving.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Camofox with Cloak — keep Firecrawl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isn't a scraping platform — it's the browser engine. Firecrawl keeps its queue, cache, markdown, and search.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542239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94560"/>
            <a:ext cx="542239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68880"/>
            <a:ext cx="4690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Firecrawl provides</a:t>
            </a:r>
            <a:endParaRPr lang="en-US" sz="2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063240"/>
          <a:ext cx="4690872" cy="3108960"/>
        </p:xfrm>
        <a:graphic>
          <a:graphicData uri="http://schemas.openxmlformats.org/drawingml/2006/table">
            <a:tbl>
              <a:tblPr/>
              <a:tblGrid>
                <a:gridCol w="3593592"/>
                <a:gridCol w="109728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API + job orchestration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RabbitMQ queue, Redis cache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SearXNG search aggregator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 → markdown conversion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Per-domain rate limiting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309360" y="2194560"/>
            <a:ext cx="5422392" cy="4114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09360" y="2194560"/>
            <a:ext cx="542239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0" y="2468880"/>
            <a:ext cx="4690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provides</a:t>
            </a:r>
            <a:endParaRPr lang="en-US" sz="20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3063240"/>
          <a:ext cx="4690872" cy="3108960"/>
        </p:xfrm>
        <a:graphic>
          <a:graphicData uri="http://schemas.openxmlformats.org/drawingml/2006/table">
            <a:tbl>
              <a:tblPr/>
              <a:tblGrid>
                <a:gridCol w="3593592"/>
                <a:gridCol w="109728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FFA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Stealth Chromium 146 + C++ patches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FFA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Per-domain persistent context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FFA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blocking (img/css/font)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FFA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CapSolver fallback for hard captcha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FFA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interactive /tabs/* 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57200" y="6355080"/>
            <a:ext cx="11274552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SCALING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are, where we'd go next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Hermes' current research workload sits at Tier 1 — under a dollar per month, with CapSolver as insurance.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3474720"/>
        </p:xfrm>
        <a:graphic>
          <a:graphicData uri="http://schemas.openxmlformats.org/drawingml/2006/table">
            <a:tbl>
              <a:tblPr/>
              <a:tblGrid>
                <a:gridCol w="731520"/>
                <a:gridCol w="2194560"/>
                <a:gridCol w="594360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volume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1k 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Tower + Cloak + hygiene — no solver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5k 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CapSolver fallback  ← we are 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 – $10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– 20k 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+ 5 ISP proxies + fingerprint rotation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 – $50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– 100k 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+ 20 ISP / rotating residential pool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 – $500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100k – 1M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 queue + residential by GB + asset blocking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$1.5k – $8k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Distributed, multi-region, custom anti-bot infra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 · 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home-Tower egress (residential Orange Spain IP, Marbella). CapSolver wired, $6.30 balance. </a:t>
            </a:r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won't see Tier 2+ economics until/unless Hermes scrape volume hits a specific anti-bot domain &gt; 5k/day.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· PHASE 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service — Firecrawl-compatible scrape on :9378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345643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94560"/>
            <a:ext cx="345643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468880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78608"/>
            <a:ext cx="283464" cy="28346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2514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1520" y="3200400"/>
            <a:ext cx="29077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service backed by CloakBrowser (Chromium 146 + C++ stealth patches).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at localhost:9378. systemd unit installed + enabled — survives Tower reboots.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shape mirrors Firecrawl's /v1/scrape so skills only swap a base URL.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61688" y="2194560"/>
            <a:ext cx="345643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61688" y="2194560"/>
            <a:ext cx="345643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36008" y="2468880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578608"/>
            <a:ext cx="283464" cy="28346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76088" y="2514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Hygiene built in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636008" y="3200400"/>
            <a:ext cx="29077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Per-domain BrowserContext, cookies persisted to disk under profiles/&lt;domain&gt;/.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8s minimum interval between same-domain requests (prevents DataDome score climb).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Image/CSS/font request blocking on /v1/scrape — cuts bandwidth ~80%, speeds renders.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257032" y="2194560"/>
            <a:ext cx="345643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57032" y="2194560"/>
            <a:ext cx="345643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531352" y="2468880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578608"/>
            <a:ext cx="283464" cy="2834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171432" y="2514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CapSolver wired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531352" y="3200400"/>
            <a:ext cx="29077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Activated by CAPSOLVER_API_KEY env (via systemd drop-in, chmod 600).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DataDome challenge, extracts cid/hsh, calls DatadomeSliderTask, retries with cookie.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dormant — silent challenge has been sufficient. ~$0.0008 / solve when needed.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· PHASE 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surface — byte-for-byte snapshot parity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endpoints mirroring Camofox /tabs/* so browser_camofox.py never knew the backend changed.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implemented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486400" cy="36576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Verb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Path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Complexity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easy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/tabs/:id/navigate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easy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/tabs/:id/snapshot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hard — ARIA tree + ref system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/tabs/:id/click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medium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/tabs/:id/type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easy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/tabs/:id/scroll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trivial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/tabs/:id/press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trivial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/tabs/:id/back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trivial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/tabs/:id/screenshot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trivial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DELETE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/sessions/:userId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easy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309360" y="2194560"/>
            <a:ext cx="5422392" cy="4069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0" y="2377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diff vs Camofox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92240" y="2697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URL (HN), same wall-clock window: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92240" y="3154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9224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refsCount: 222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totalChars: 41,004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0" y="3154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refsCount: 222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totalChars: 41,004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92240" y="4434840"/>
            <a:ext cx="5148072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92240" y="45720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pPr indent="0" marL="0">
              <a:buNone/>
            </a:pPr>
            <a:r>
              <a:rPr lang="en-US" sz="14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lines diff</a:t>
            </a:r>
            <a:endParaRPr lang="en-US" sz="4200" dirty="0"/>
          </a:p>
        </p:txBody>
      </p:sp>
      <p:sp>
        <p:nvSpPr>
          <p:cNvPr id="18" name="Text 15"/>
          <p:cNvSpPr/>
          <p:nvPr/>
        </p:nvSpPr>
        <p:spPr>
          <a:xfrm>
            <a:off x="6492240" y="53492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content drift (HN updated story timestamps between fetches). 0% format drift.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· PHASE 3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 stopped, disabled, retired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cutover after Phase 2 E2E was green — user opted out of the warm-rollback week.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taken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5486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systemctl --user stop camofox.service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systemctl --user disable camofox.service (won't restart on reboot)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9377 released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browser_camofox.py module docstring rewritten as deprecation notice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 npm install left in place (rollback / archaeology)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CLAUDE.md, SKILL.md, decision doc updated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e25ff62 pushed to PR #29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2194560"/>
            <a:ext cx="5422392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2377440"/>
            <a:ext cx="457200" cy="457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2" y="2450592"/>
            <a:ext cx="310896" cy="31089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086600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Post-stop verification — all green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2971800"/>
          <a:ext cx="5120640" cy="3108960"/>
        </p:xfrm>
        <a:graphic>
          <a:graphicData uri="http://schemas.openxmlformats.org/drawingml/2006/table">
            <a:tbl>
              <a:tblPr/>
              <a:tblGrid>
                <a:gridCol w="38404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Cloak 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6 hermes-gateway services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E2E flow (9 calls)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import of browser_camofox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is_camofox_mode() → True (via :9378)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check_camofox_available() →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ARCHITECTURE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stealth backend, two consumers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service is the single Chromium that serves both one-shot scrape and the agent's interactive browser tool.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GATEWAYS  ·  6 profiles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17830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5146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hermes-gateway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08860" y="2514600"/>
            <a:ext cx="17830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08860" y="25146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arinze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60520" y="2514600"/>
            <a:ext cx="17830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60520" y="25146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hr-agent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12180" y="2514600"/>
            <a:ext cx="17830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12180" y="25146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krati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63840" y="2514600"/>
            <a:ext cx="17830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25146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research-agent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715500" y="2514600"/>
            <a:ext cx="17830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15500" y="25146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348740" y="3154680"/>
            <a:ext cx="0" cy="32004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3154680"/>
            <a:ext cx="0" cy="32004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52060" y="3154680"/>
            <a:ext cx="0" cy="32004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03720" y="3154680"/>
            <a:ext cx="0" cy="32004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55380" y="3154680"/>
            <a:ext cx="0" cy="32004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0" y="3154680"/>
            <a:ext cx="0" cy="32004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566160"/>
            <a:ext cx="11274552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566160"/>
            <a:ext cx="164592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3749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SERVICE  ·  localhost:9378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4069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CloakBrowser stealth Chromium 146  +  per-domain context  +  CapSolver fallback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/v1/scrape   ·   /v1/save-pdf   ·   /v1/balance   ·   /tabs/*   ·   /sessions/:userId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86000" y="4937760"/>
            <a:ext cx="0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4937760"/>
            <a:ext cx="0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66960" y="4937760"/>
            <a:ext cx="0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5349240"/>
            <a:ext cx="356616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54589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Firecrawl  ·  :3002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0080" y="5806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via SearXNG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non-stealth scrape (unchanged)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297680" y="5349240"/>
            <a:ext cx="3566160" cy="1097280"/>
          </a:xfrm>
          <a:prstGeom prst="rect">
            <a:avLst/>
          </a:prstGeom>
          <a:solidFill>
            <a:srgbClr val="0F172A"/>
          </a:solidFill>
          <a:ln w="19050">
            <a:solidFill>
              <a:srgbClr val="EF4444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480560" y="54589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  ·  :9377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480560" y="5806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+ disabled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retained for rollback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138160" y="5349240"/>
            <a:ext cx="3566160" cy="10972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21040" y="54589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engine targets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21040" y="5806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DataDome  ·  CF Turnstile  ·  Imperva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modern site incl. interactive flows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Marbella properties — 20 scraped, analyzed, ranked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proof: real DataDome target, 10.4s for 800 KB HTML, zero CapSolver spend.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4564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94560"/>
            <a:ext cx="73152" cy="1188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 PARSED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31520" y="3108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56 unique on page 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61688" y="2194560"/>
            <a:ext cx="34564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61688" y="2194560"/>
            <a:ext cx="73152" cy="1188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6008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 TIME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36008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10.4s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636008" y="3108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Cloak call, no retry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57032" y="2194560"/>
            <a:ext cx="34564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57032" y="2194560"/>
            <a:ext cx="73152" cy="1188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31352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CAPSOLVER SPEND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31352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531352" y="3108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challenge solved natively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5204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Watch-list from the analysis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86200"/>
          <a:ext cx="11247120" cy="2468880"/>
        </p:xfrm>
        <a:graphic>
          <a:graphicData uri="http://schemas.openxmlformats.org/drawingml/2006/table">
            <a:tbl>
              <a:tblPr/>
              <a:tblGrid>
                <a:gridCol w="457200"/>
                <a:gridCol w="4114800"/>
                <a:gridCol w="1280160"/>
                <a:gridCol w="1280160"/>
                <a:gridCol w="4114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/ 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€/m²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Dúplex · Guadalmina 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€575k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€2,386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raw value — verify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Townhouse · Nagüeles (Golden Mile)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€700k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€2,979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anomalously cheap for postcode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Apt · Playa de la Fontanilla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€430k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€4,095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central beach apt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 · Nueva Andalucía (Velian)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€4.99M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€14,478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aggressive luxury pricing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 · Las Brisas (Villa Solstice)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€19.5M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€11,919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trophy of the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state · rollback recipe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right now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486400" cy="36576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Service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cloak-service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hermes-gateway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hermes-gateway-arinze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hermes-gateway-hr-agent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hermes-gateway-krati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hermes-gateway-research-agent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hermes-gateway-sergio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firecrawl-api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camofox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inactive · disabled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regresses — full rollback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09360" y="2606040"/>
            <a:ext cx="5486400" cy="3657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0" y="274320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Re-enable Camofox
</a:t>
            </a:r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systemctl --user enable camofox.service
</a:t>
            </a:r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systemctl --user start  camofox.service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Flip env back to :9377
</a:t>
            </a:r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sed -i 's|9378|9377|' ~/.hermes/.env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Restart all 6 gateways
</a:t>
            </a:r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systemctl --user restart \
</a:t>
            </a:r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hermes-gateway{,-arinze,-hr-agent,\
</a:t>
            </a:r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-krati,-research-agent,-sergio}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
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Total time: ~30 seconds.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· WHAT'S NEXT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what's deferred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more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5486400" cy="347472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#29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FFAF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github.com/sergiocoding96/hermes-multi-agent/pull/29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doc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FFAF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memos-setup/learnings/2026-05-16-cloak-deprecate-camofox.md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report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FFAF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tower/docs/browser-stealth-benchmark-2026-05-16.md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Marbella worked 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FFAF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perf-audit-results-idealista/marbella-top20-analysis.md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 update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FFAF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skills/web-research/SKILL.md  §4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source (Tower)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FFAF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~/.hermes/cloak-service/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(Phase 4 — optional)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309360" y="2468880"/>
            <a:ext cx="5486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Cloak service source into repo at tower/services/cloak-service/ — trade-off is adding an explicit deploy step.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~/.hermes/hermes-agent/node_modules/@askjo/camofox-browser/ (~140 MB) — only if disk pressure shows up.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smoke-monitor that periodically hits /v1/scrape and /tabs/snapshot, alerts on failure.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Phase-test CapSolver against an intentionally burnt IP — confirm the fallback works in anger before we ever need it in prod.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6126480"/>
            <a:ext cx="11274552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263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live  ·  ready to merge PR #29  ·  rollback recipe in the deck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Cloak stealth stack migration</dc:title>
  <dc:subject>PptxGenJS Presentation</dc:subject>
  <dc:creator>Hermes infrastructure team</dc:creator>
  <cp:lastModifiedBy>Hermes infrastructure team</cp:lastModifiedBy>
  <cp:revision>1</cp:revision>
  <dcterms:created xsi:type="dcterms:W3CDTF">2026-05-17T00:15:11Z</dcterms:created>
  <dcterms:modified xsi:type="dcterms:W3CDTF">2026-05-17T00:15:11Z</dcterms:modified>
</cp:coreProperties>
</file>
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4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92240"/>
            <a:ext cx="11274552" cy="13716"/>
          </a:xfrm>
          <a:prstGeom prst="rect">
            <a:avLst/>
          </a:prstGeom>
          <a:solidFill>
            <a:srgbClr val="D4CFC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Hermes  ·  Memory System  ·  2026-05-17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88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HERMES  /  ARCHITECTURE BRIEF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System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v2-only · BGE-large · shared skills · per-agent visibility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914400" cy="36576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749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Decisions, evidence, patches, and follow-ups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 the one-day overhaul of the Hermes memory layer.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2026-05-17  ·  OpenClaw  ·  prepared for technical review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TL;DR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wins. One root cause. Durable.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48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34440" y="2148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Committed to v2 plugin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44144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MemOS server retired — no Qdrant / Neo4j to babysit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15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27157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BGE-large embeddings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008376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1024-dim, local, +14% MRR over MiniLM at no API cost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8269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234440" y="32826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Auto-promoter killed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orphan Sprint-3 cron writing share_scope=local every 15 min — disabled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4962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38496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Per-agent viewer toggle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1422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AsyncLocalStorage + X-As-Profile, no second daemon needed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1655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44165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Open-world speaker attribution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70916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names come from [handles] and self-intros, not a closed roster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11274552" cy="91440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STATE   </a:t>
            </a:r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 / 36 stress-test checks green   ·   13 / 13 plugin patches verified   ·   durable via postinstall-patches.sh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work re-applies automatically after npm install/update of @memtensor/memos-local-plugin.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SYSTEMS · ONE WAS DOING THE 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diagnosis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things were being conflated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had three memory ideas in play with similar names. The team wasn't sure which one was doing the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3703320" cy="914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37033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MemOS v1 server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1005840" cy="274320"/>
          </a:xfrm>
          <a:prstGeom prst="rect">
            <a:avLst/>
          </a:prstGeom>
          <a:solidFill>
            <a:srgbClr val="455374"/>
          </a:solidFill>
          <a:ln w="12700">
            <a:solidFill>
              <a:srgbClr val="4553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Standalone HTTP service on :8001. Qdrant + Neo4j + SQLite. Cube-based isolation enforced server-side via API-key → user_id binding. The original production target.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06824" y="2148840"/>
            <a:ext cx="3703320" cy="914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6824" y="2240280"/>
            <a:ext cx="37033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9704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 memos plugin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489704" y="3017520"/>
            <a:ext cx="1005840" cy="274320"/>
          </a:xfrm>
          <a:prstGeom prst="rect">
            <a:avLst/>
          </a:prstGeom>
          <a:solidFill>
            <a:srgbClr val="2F8F66"/>
          </a:solidFill>
          <a:ln w="12700">
            <a:solidFill>
              <a:srgbClr val="2F8F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9704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89704" y="34290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Hermes-native plugin. Single SQLite + UI on :18800. Reward backprop, L1/L2/L3 layers, automatic skill crystallization. Isolation by row-level namespace tuple.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56448" y="2148840"/>
            <a:ext cx="3703320" cy="914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6448" y="2240280"/>
            <a:ext cx="370332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SYSTEM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39328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hub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339328" y="3017520"/>
            <a:ext cx="10058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3017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PLANNED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39328" y="34290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Future cross-machine sync feature. Config schema and a share_scope='hub' value exist; zero code reads them. Failing systemd unit was trying to start 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What's actually running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1463040"/>
                <a:gridCol w="295351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Component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Status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Location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v2 memos-local-plugin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Sole active memory provider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ACTIVE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F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~/.hermes/memos-plugin/  ·  :18800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MemOS v1 server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HTTP API; ceo-cube empty (zero writes)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STOPPED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3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localhost:8001 (disabled today)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memos-toolset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v1 client; plugin.yaml.disabled-2026-05-12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INERT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53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~/.hermes/plugins/memos-toolset/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memos-hub.service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Tried to start non-existent hub mode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DISABLED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scripts/migration/bootstrap-hub.sh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Hermes agent gateways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Per-profile processes (each writes to v2)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ACTIVE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F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hermes-gateway-{sergio,hr-agent,...}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93776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 One system is actually doing the work. Two are inert. One was thrashing.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cross-contamination worry — and why it was moot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73152" cy="4023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2103120"/>
            <a:ext cx="53492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039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CONCERN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we thought agents were sharing memory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Shared ~/.hermes/.env across every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MEMOS_USER_ID=ceo, one MEMOS_CUBE_ID=ceo-cube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API key — server sees one identity for every agent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Server's cube-ownership check can't distinguish callers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Therefore: every write lands in the same cube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73152" cy="4023360"/>
          </a:xfrm>
          <a:prstGeom prst="rect">
            <a:avLst/>
          </a:prstGeom>
          <a:solidFill>
            <a:srgbClr val="2F8F66"/>
          </a:solidFill>
          <a:ln w="12700">
            <a:solidFill>
              <a:srgbClr val="2F8F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82512" y="2103120"/>
            <a:ext cx="53492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REALITY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v1 was effectively unused all along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31089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memos-toolset (v1 client) was disabled on 2026-05-12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Profiles already switched to provider: memtensor (v2)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Probed v1 cube directly: text_mem=[], total_nodes=0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 uses a different isolation model — namespace tuple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Net effect: zero actual contamination, ever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ROW-LEVEL TENANCY · NO CUBES · NO API KEYS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v2 isolation works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PRIMITIVE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Row-level multi-tenancy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cubes. A namespace tuple stamped on every row, checked at every read.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6858000" cy="4114800"/>
          </a:xfrm>
          <a:prstGeom prst="rect">
            <a:avLst/>
          </a:prstGeom>
          <a:solidFill>
            <a:srgbClr val="081530"/>
          </a:solidFill>
          <a:ln w="12700">
            <a:solidFill>
              <a:srgbClr val="081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core/runtime/namespace.ts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649224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every read is filtered through this
function isVisibleTo(row, caller) {
  if (row.share_scope !== 'private') return true;
  return (
    row.owner_agent_kind === caller.agentKind &amp;&amp;
    row.owner_profile_id === caller.profileId
  );
}
// every row carries these columns
owner_agent_kind   TEXT NOT NULL
owner_profile_id   TEXT NOT NULL
share_scope        TEXT DEFAULT 'private'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43800" y="21488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PRIMITIVE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43800" y="2423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(agentKind, profileId, workspaceId)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3800" y="297180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Plus a share_scope column on every row. Default is private. The plugin derives profileId from $HERMES_HOME — so each agent process gets its own namespace automatically as long as it launches with its own profile dir.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543800" y="4663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43800" y="493776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One SQLite, many tenants — no cubes, no per-agent files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Enforced at every retrieval, not by trust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No server, no API, no credential management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Isolation is working — verified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owner_profile_id, COUNT(*) FROM traces GROUP BY owner_profile_id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hr-agent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2167128"/>
            <a:ext cx="6858000" cy="365760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2167128"/>
            <a:ext cx="6858000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5548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sergio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2825496"/>
            <a:ext cx="6858000" cy="365760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825496"/>
            <a:ext cx="2777924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55480" y="27614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341985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mohammed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3483864"/>
            <a:ext cx="6858000" cy="365760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483864"/>
            <a:ext cx="1823013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3419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4078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research-agent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60320" y="4142232"/>
            <a:ext cx="6858000" cy="365760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4142232"/>
            <a:ext cx="202557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407822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7365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email-marketing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560320" y="4800600"/>
            <a:ext cx="6858000" cy="365760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4800600"/>
            <a:ext cx="91440" cy="36576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55480" y="47365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74552" cy="685800"/>
          </a:xfrm>
          <a:prstGeom prst="rect">
            <a:avLst/>
          </a:prstGeom>
          <a:solidFill>
            <a:srgbClr val="F4F0E6"/>
          </a:solidFill>
          <a:ln w="12700">
            <a:solidFill>
              <a:srgbClr val="2F8F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669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No "default" bucket — every agent's writes land under its own profileId. The earlier worry was real for v1, but not for v2.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SEMANTICS &amp; POLICY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share_scope: intent, reality, and our policy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Four scope values exist. Today only one filters. We still tag rows with intent — when the hub ships, the data already knows where it should 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1127455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114800"/>
                <a:gridCol w="4114800"/>
                <a:gridCol w="17647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Scope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Design intent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Today's behavior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 designed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Visible only to the writing profile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Only one that actually filters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8F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✓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Visible across profiles on this machine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Visible to all (same as public)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✗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Visible to everyone, everywhere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Visible to all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8F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✓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Visible across machines via hub sync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Visible to all — hub never wired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✗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0233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policy by table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4340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68854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Table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Scope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Effect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traces · episodes · policies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private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Raw experience stays per-agent — turns, sessions, candidate patterns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world_model · skills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8F6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Crystallised know-how shared across the team — attribution preserved via owner_profile_id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EXTRACTION · CRYSTALLISATION · EMBEDDING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 ASSIGNMENTS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models, three jobs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Different parts of the pipeline want different temperaments. We split the slots accordingly.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200400"/>
                <a:gridCol w="5148072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Stage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Why this one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Extraction / summarisation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(per-turn capture)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DeepSeek V3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deepseek-chat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Non-thinking model. Other reasoners pollute extraction with &lt;think&gt; tags that break the parser. Constrained generation — bigger isn't better. Cheap enough to never think about cost.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 crystallisation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(L2 → active induction)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MiniMax M2.7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Anthropic-compatible endpoint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Synthesis-heavy. Reasoning helps. Output post-processed into YAML — &lt;think&gt; tags get stripped cleanly. Lower call frequency means cost matters less.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Embedding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(trace summary + semantic search)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BGE-large-en-v1.5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Xenova/bge-large-en-v1.5 (local, 1024d)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Beat both MiniLM and gemini-embedding-2 on our actual data. Local — no API, no rate limits, no privacy footprint. See benchmark, next slides.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Embedder benchmark: how we 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4208" y="2194560"/>
            <a:ext cx="640080" cy="640080"/>
          </a:xfrm>
          <a:prstGeom prst="ellipse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4208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Pull real traces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337560"/>
            <a:ext cx="27706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200 trace summaries from the live v2 DB (read-only). Mixed profiles, real content — embedder choice, file transfer, idealista, plugin architecture.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99432" y="2194560"/>
            <a:ext cx="640080" cy="640080"/>
          </a:xfrm>
          <a:prstGeom prst="ellipse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92424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 with all three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9584" y="3337560"/>
            <a:ext cx="27706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MiniLM-L6-v2 (current), BGE-large-en-v1.5 (proposed local), gemini-embedding-2 (proposed cloud). BGE used recommended query prefix.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534656" y="2194560"/>
            <a:ext cx="640080" cy="640080"/>
          </a:xfrm>
          <a:prstGeom prst="ellipse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7648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Query set + retrieval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64808" y="3337560"/>
            <a:ext cx="27706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realistic memory queries. For each: top-5 retrieval from every model. Cosine on L2-normalized vectors.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469880" y="2194560"/>
            <a:ext cx="640080" cy="640080"/>
          </a:xfrm>
          <a:prstGeom prst="ellipse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698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62872" y="2971800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LLM-as-judge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00032" y="3337560"/>
            <a:ext cx="277063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DeepSeek V3 rated each (query, snippet) pair on 0/1/2 relevance. Judged the UNION of top-5 across all models — no free passes.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7607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METRICS:   Precision@5    ·    MRR    ·    nDCG@5    ·    pairwise top-5 overlap (Jaccard)    ·    top-1 cosine similarity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BGE-large wins everything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+14% MRR over MiniLM, +4% MRR over Gemini — and free, local, no network.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48640"/>
                <a:gridCol w="777240"/>
                <a:gridCol w="777240"/>
                <a:gridCol w="868680"/>
                <a:gridCol w="1645920"/>
                <a:gridCol w="1463040"/>
                <a:gridCol w="2816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Dim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P@5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MRR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nDCG@5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Runtime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Cost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Verdict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MiniLM-L6-v2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384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0.450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0.688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0.628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Local (Xenova)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45537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baseline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BGE-large-en-v1.5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1024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0.500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0.781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0.725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Local (Xenova)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8F6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WINNER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C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gemini-embedding-2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3072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0.425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0.750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0.662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Google API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B1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Free tier / $0.20·M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45537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strong but costs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931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Δ vs MiniLM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224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+11% P@5   ·   +14% MRR   ·   +15% nDCG@5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45352" y="3931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Δ vs Gemini-2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45352" y="4224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+18% P@5   ·   +4% MRR   ·   +10% nDCG@5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4846320"/>
            <a:ext cx="11274552" cy="3657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9834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the numbers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5285232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P@5 — fraction of top-5 results genuinely relevant.   MRR — reciprocal rank of the first relevant hit (higher = relevant items shown sooner).   nDCG@5 — quality of ranking, discounted by position.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BGE-large is the pick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48840"/>
            <a:ext cx="54864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21992"/>
            <a:ext cx="5486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of every quality metric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P@5, MRR, nDCG@5 — all three. Idealista cluster and skill-crystallisation queries saw it find content the others missed entirely.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5352" y="2148840"/>
            <a:ext cx="54864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2221992"/>
            <a:ext cx="5486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331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28232" y="26060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API dependency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8232" y="301752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Runs in the Hermes process via Xenova/Transformers.js ONNX. No network round-trips, no rate limits, no Google account to manage.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54864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325112"/>
            <a:ext cx="5486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PRIVACY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never leaves the box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other option meant agent memory content was sent to a third-party API. BGE-large keeps it on the machine where it belongs.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5352" y="4251960"/>
            <a:ext cx="548640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45352" y="4325112"/>
            <a:ext cx="548640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FOOTPRINT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28232" y="4709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Acceptable resource cost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28232" y="512064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~1.5 GB RAM working set; machine has ~9 GB free. ~150–300 ms per embedding on CPU. The hook is async — doesn't block the agent reply.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STAY ON V2 · FEWER MOVING PARTS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verdict &amp; cleanups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VERDICT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Decision: stay on v2 for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48840"/>
            <a:ext cx="5029200" cy="411480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Single-tier: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 plugin only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7315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Revisit v1 when multi-machine deployment becomes a real need, or when an external agent runtime needs to hit the same memory.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Single-developer research rig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44144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We're optimizing for iteration speed, not multi-tenant production.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32004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UI matters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49300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browser + skill library make the system actually inspectable.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0" y="4251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4251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Auto-skill crystallization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54456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Reward backprop → L2 promotion → YAML skill is genuinely novel and only in v2.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60720" y="53035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37960" y="53035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Isolation already works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559612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Per-profile row tagging is enforced, verified, sufficient.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Cleanups: what we removed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Fewer moving parts. Each removal is reversible — none are destructive deletes, just service stops and config swaps.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9144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1118311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memos-hub.service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149840" y="2304288"/>
            <a:ext cx="1417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0" y="23042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DISABLED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Was thrashing in an auto-restart loop, calling bootstrap-hub.sh which tries to launch a hub mode the plugin doesn't implement. Zero functional impact.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82112"/>
            <a:ext cx="91440" cy="868680"/>
          </a:xfrm>
          <a:prstGeom prst="rect">
            <a:avLst/>
          </a:prstGeom>
          <a:solidFill>
            <a:srgbClr val="455374"/>
          </a:solidFill>
          <a:ln w="12700">
            <a:solidFill>
              <a:srgbClr val="4553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182112"/>
            <a:ext cx="1118311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735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memos-server.service (v1)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149840" y="3291840"/>
            <a:ext cx="1417320" cy="274320"/>
          </a:xfrm>
          <a:prstGeom prst="rect">
            <a:avLst/>
          </a:prstGeom>
          <a:solidFill>
            <a:srgbClr val="455374"/>
          </a:solidFill>
          <a:ln w="12700">
            <a:solidFill>
              <a:srgbClr val="4553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32918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STOPPED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59359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Healthy but unused — cube was empty, memos-toolset client already disabled. Frees Qdrant + Neo4j + Python memory. Restart anytime if we revisit v1.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91440" cy="868680"/>
          </a:xfrm>
          <a:prstGeom prst="rect">
            <a:avLst/>
          </a:prstGeom>
          <a:solidFill>
            <a:srgbClr val="C97B12"/>
          </a:solidFill>
          <a:ln w="12700">
            <a:solidFill>
              <a:srgbClr val="C97B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69664"/>
            <a:ext cx="1118311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6110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gemini-embedding-2 config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149840" y="4279392"/>
            <a:ext cx="1417320" cy="274320"/>
          </a:xfrm>
          <a:prstGeom prst="rect">
            <a:avLst/>
          </a:prstGeom>
          <a:solidFill>
            <a:srgbClr val="C97B12"/>
          </a:solidFill>
          <a:ln w="12700">
            <a:solidFill>
              <a:srgbClr val="C97B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49840" y="42793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58114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Briefly swapped in during the embedder eval. Beaten by BGE-large on every quality metric. Reverted to local embedder before any data was written.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157216"/>
            <a:ext cx="9144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157216"/>
            <a:ext cx="1118311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24865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Auto-promoter cron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149840" y="5266944"/>
            <a:ext cx="141732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0" y="526694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0" kern="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DISABLED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556869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Orphan Sprint-3 cron rewriting share_scope=local every 15 min. Bypassed the plugin entirely via direct SQLite. Disabled in crontab, worktree retired.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ORPHAN CRON FROM SPRINT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auto-promoter root cause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5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INVESTIGATION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15 min, share_scope went back to local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demotion held for 14 minutes, then bulk-reverted. Symptom looked like the plugin, but wasn't.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Symptom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Manually flipped traces to private. Within 15 min, all rows back to local. Reproducible.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862072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62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862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Forensic SQLite triggers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3154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tools/forensic-audit.sql installs no-op AFTER-UPDATE triggers logging share_scope writes to a side table. Non-modifying — safe.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5753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cycle, caught the actor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38679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Bulk UPDATE pattern with no plugin sql_text — written directly via the SQLite CLI. Plugin's HTTP API + namespace filter bypassed entirely.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88536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885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2885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Traced to a cron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0120" y="4581144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crontab -l revealed:  */15 * * * *  python3 .claude/worktrees/nice-mclaren-13f017/scripts/promote-memos-shares.py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5001768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0017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5001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 was Paperclip/CEO scaffolding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60120" y="5294376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Sprint 3 (2026-05-12) added it so the orchestrator could read across cubes. We retired Paperclip 5 days later — the cron lived 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5715000"/>
            <a:ext cx="411480" cy="41148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5715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715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Disabled, not deleted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60076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Commented out in crontab with rationale. Forensic triggers stay installed as a tripwire for re-emergence.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FILES · 5 LOGICAL GROUPS · NO UPSTREAM REPO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Plugin patches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PATCHES ·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files patched, applied via postinstall hook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@memtensor/memos-local-plugin@2.0.0 ships with no public repo — patches live in tools/plugin-patches/ and re-apply on every npm install.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822960"/>
                <a:gridCol w="67939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#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Logical change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Files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What it does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Shared-skill attribution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renderSkill appends '(learned by &lt;profile&gt;)' so agents see which profile crystallised a shared skill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Per-request namespace override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AsyncLocalStorage context parsed from X-As-Profile / ?as_profile=, applied at SQL time in trace pagination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Bundled-viewer UI overlay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Floating 'view as &lt;profile&gt;' picker injected into web/dist — intercepts fetch() to add the header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Skill packager default share-scope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New skills default share_scope=local (was private) — no more manual promotion after crystallisation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8C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Named-speaker memory summaries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Summarizer reads MEMOS_HUMANS env, attributes speech to actual names — open-world (handles + self-intros)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492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 bash tools/postinstall-patches.sh              ·         Verify:  bash tools/postinstall-patches.sh --check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 sources live at tools/plugin-patches/ — a 1:1 mirror of every file we changed.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 SPOTLIGHT · #2 + #3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Per-agent viewer toggle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daemon, one DB. Any agent's perspective on demand.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SERVER  ·  ALS namespace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5420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core/runtime/request-namespace.ts  (new)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52928"/>
            <a:ext cx="5120640" cy="2194560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als = new AsyncLocalStorage&lt;RuntimeNamespace&gt;();
export function runWithRequestNamespace(ns, fn) {
  return als.run(ns, fn);
}
export function getRequestNamespace() {
  return als.getStore();
}
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http.ts wraps dispatch() in runWithRequestNamespace(ns, …). memory-core.ts prefers ALS over the daemon namespace. traces.ts applies it at SQL time so paginated turn-keys match the requested profile.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214884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 ·  fetch interceptor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8232" y="25420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web/dist/hermes-profile-switcher.js  (new)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28232" y="2852928"/>
            <a:ext cx="5120640" cy="2194560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orig = window.fetch.bind(window);
window.fetch = (input, init) =&gt; {
  if (!currentProfile) return orig(input, init);
  const headers = new Headers(init?.headers);
  headers.set('X-As-Profile', currentProfile);
  return orig(input, { ...init, headers });
};
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28232" y="5120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Loaded via a &lt;script&gt; tag appended to web/dist/index.html. Lives outside the React bundle — survives bundle rebuilds and doesn't touch shadow-DOM internals.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 at  https://tower.taila4a33f.ts.net/  — top-right dropdown.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PATCH SPOTLIGHT · #5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Names from signal, not from a roster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Agents see messages from outside parties too — clients, leads, group chats, quoted email. The list is help, not a gate.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031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MEMOS_HUMANS  (in ~/.hermes/.env)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04872"/>
            <a:ext cx="11274552" cy="411480"/>
          </a:xfrm>
          <a:prstGeom prst="rect">
            <a:avLst/>
          </a:prstGeom>
          <a:solidFill>
            <a:srgbClr val="081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MEMOS_HUMANS=Sergio:sergiopalacio96|sergiop,Krati,Mohammed:moh,Arinze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8620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Format:  Name[:handle1|handle2|…], …   ·   Name-only entries are fine — they still help when the body mentions the name.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the summarizer infers the speaker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959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Signal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Example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Resulting summary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Gateway-prepended handle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[sergiopalacio96] can you check the cron?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Sergio asked to verify the cron schedule.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Self-introduction in body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Hi, I'm Mark from acme.io — want a quote on 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Mark from acme.io requested a quote.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Quoted email From: header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From: anna@bizpartner.co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Anna requested a renewal.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 identifiable speaker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(direct message body with no marker)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55374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Speaker reference omitted — never invented.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Files:  core/capture/summarizer.ts  ·  bridge.cts (dotenv loader so the daemon sees ~/.hermes/.env on its own)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INSPECTORS · STRESS TESTS · 3D VIEWERS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Tooling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CROSS-AGENT TOOLING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Inspect anything. Audit everything.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745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95935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Purpose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4F0E6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Common invocation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tools/memos-explorer.py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Cross-agent CLI: list profiles, traces, skills, policies, world facts. Vector-space stats, similarity search, project per profile.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python3.12 tools/memos-explorer.py profiles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python3.12 tools/memos-explorer.py search 'auth' --top 5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tools/forensic-audit.sql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Installs AFTER-UPDATE/INSERT/DELETE triggers logging every share_scope write to share_scope_audit. Non-modifying tripwire.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sqlite3 ~/.hermes/memos-plugin/data/memos.db &lt; \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tools/forensic-audit.sql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python3.12 tools/memos-explorer.py audit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tools/stress-test.sh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36 end-to-end checks: patch presence, daemon health, share-scope policy, per-agent visibility, embedding dims, capture pipeline.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tools/stress-test.sh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 expect: 36 passed, 0 failed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tools/postinstall-patches.sh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Idempotent applier of all 13 plugin patches + symlinks for UMAP / graph viewers. Run after every npm install of the plugin.</a:t>
                      </a:r>
                      <a:endParaRPr lang="en-US" sz="10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tools/postinstall-patches.sh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tools/postinstall-patches.sh --check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EMBEDDING-SPACE VIEWERS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2D Plotly + 3D deck.gl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Sanity-check what the BGE-large embedder actually believes — interactively.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4884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2D  ·  Plotly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tools/umap-viewer.html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UMAP projection. Color by profile, hover shows summary, click opens full trace in the side panel.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https://tower.taila4a33f.ts.net/umap-viewer.html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tools/vec-map.json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for: a quick read on cluster topology, identifying outliers.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45352" y="2148840"/>
            <a:ext cx="548640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2402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  ·  deck.gl  ·  GPU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tools/umap-3d-viewer.html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28232" y="28346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Orbit camera, GPU-rendered point cloud, drag-to-rotate. Cross-agent rows wear white halos so they pop against any profile color.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3520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https://tower.taila4a33f.ts.net/umap-3d-viewer.html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232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Reads tools/vec-map-3d.json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28232" y="4160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Best for: spotting bridges between profiles, seeing structure the 2D projection flattened.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532120"/>
            <a:ext cx="11274552" cy="3657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6235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UX touches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Profile palette redesigned so no agent color collides with the ember accent.  ·  Cross-agent indicator switched from orange tint to white halo.  ·  Persistent plain-language 'How to read this map' panel.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468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WHAT'S GREEN · WHAT'S NEXT · WHAT TO READ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state &amp; forward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 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we landed: config.yaml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03120"/>
            <a:ext cx="11274552" cy="3383280"/>
          </a:xfrm>
          <a:prstGeom prst="rect">
            <a:avLst/>
          </a:prstGeom>
          <a:solidFill>
            <a:srgbClr val="081530"/>
          </a:solidFill>
          <a:ln w="12700">
            <a:solidFill>
              <a:srgbClr val="081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C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~/.hermes/memos-plugin/config.yaml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  local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     Xenova/bge-large-en-v1.5      # +11–18% over MiniLM / Gemini-2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dimensions: 1024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  openai_compatible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endpoint:   https://api.deepseek.com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     deepseek-chat                  # extraction / summarisation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skillEvolver: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provider:   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endpoint:   https://api.minimax.io/anthropic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model:      MiniMax-M2.7                   # crystallisation / L2 induction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enabled:    false                          # feature unimplemented upstream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5669280"/>
            <a:ext cx="11274552" cy="594360"/>
          </a:xfrm>
          <a:prstGeom prst="rect">
            <a:avLst/>
          </a:prstGeom>
          <a:solidFill>
            <a:srgbClr val="F4F0E6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6692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Isolation is per-profile via $HERMES_HOME → profileId. No cubes, no shared credentials. Verified against the running DB (36 / 36 stress-test checks green).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green. Durable.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 / 36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stress-test checks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6295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6295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76295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plugin patches verified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5390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5390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/ 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9539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auto-promoter killed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4486" y="219456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14486" y="23317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8F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914486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steps after npm install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it green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160520"/>
          <a:ext cx="1127455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8815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After every npm install/update of @memtensor/memos-local-plugin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tools/postinstall-patches.sh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After any change to core daemon code / share policy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bash tools/stress-test.sh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2042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If share_scope ever drifts unexpectedly again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20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python3.12 tools/memos-explorer.py audit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FOLLOW-UPS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blocking. Worth doing.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lines we picked up but didn't pull all the way through.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36576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Cluster summarisation in the UMAP viewers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4871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Ask DeepSeek V3 to one-line each HDBSCAN cluster (≈31 calls). Render labels in 2D + 3D viewers so the topology becomes self-explanatory.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0358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tools/umap-viewer.html · tools/umap-3d-viewer.html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3493008"/>
            <a:ext cx="36576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9300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Per-profile MEMOS_HUMANS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85616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Today MEMOS_HUMANS is a single env var. Expand to MEMOS_HUMANS__&lt;profile&gt; so each agent can carry its own alias map.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433425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core/capture/summarizer.ts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4791456"/>
            <a:ext cx="36576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791456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Backfill historical traces with the named-speaker prompt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5084064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Existing summaries still say 'the user'. A re-summarisation pass against the new prompt would put names into older embeddings and align them with new ones.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5632704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tools/memos-explorer.py (new resummarize subcommand)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POINTERS &amp; TRY-IT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to read · what to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502920" cy="2743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Canonical artefacts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 (repo root)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 sprint + memory rules every new agent reads first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1729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memos-setup/learnings/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2026-05-17-v2-only-bge-shares.md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5844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Canonical decision doc — backend, embedder, share policy, rollback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92277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tools/plugin-patches/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3425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1:1 mirror of every patched file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67258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tools/forensic-audit.sql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50840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Non-modifying SQLite triggers — install once, audit forever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54223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https://tower.taila4a33f.ts.net/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58338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5537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Memory viewer (password-gated). Top-right drop-down switches lens to any agent.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45352" y="2103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Five things to try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45352" y="2423160"/>
            <a:ext cx="320040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242316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Open the 3D viewer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697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https://tower.taila4a33f.ts.net/umap-3d-viewer.html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45352" y="3044952"/>
            <a:ext cx="320040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304495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3044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Send a message with a handle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33192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[sergiopalacio96] what's the embedder cost again?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45352" y="3666744"/>
            <a:ext cx="320040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45352" y="36667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6667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Audit share_scope writes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39410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python3.12 tools/memos-explorer.py audit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45352" y="4288536"/>
            <a:ext cx="320040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45352" y="428853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42885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 the full stress test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45628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tools/stress-test.sh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45352" y="4910328"/>
            <a:ext cx="320040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491032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4910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Switch viewer perspective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51846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553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 the viewer · pick a profile from the top-right drop-down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2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F2042"/>
          </a:solidFill>
          <a:ln w="12700">
            <a:solidFill>
              <a:srgbClr val="0F2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8C4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 OF BRIEF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day. One memory system.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v2 plugin chosen, BGE-large wired, auto-promoter killed,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8895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per-agent viewer shipped, speaker attribution open-world.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822960" cy="457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Questions worth asking next session: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How do skills propagate when a new profile spins up — instant via shared layer, or does it need a recall pass?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Should cluster labels in the UMAP viewers be cached, or recomputed every embedding-set rebuild?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0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What's the right TTL on a private trace before it's eligible for archival to a cold layer?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5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docs/architecture/2026-05-17-memory-system.pptx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65392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55374"/>
                </a:solidFill>
                <a:latin typeface="Helvetica"/>
                <a:ea typeface="Helvetica"/>
                <a:cs typeface="Helvetica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Memory System — 2026-05-17</dc:title>
  <dc:subject>PptxGenJS Presentation</dc:subject>
  <dc:creator>OpenClaw</dc:creator>
  <cp:lastModifiedBy>OpenClaw</cp:lastModifiedBy>
  <cp:revision>1</cp:revision>
  <dcterms:created xsi:type="dcterms:W3CDTF">2026-05-17T22:22:56Z</dcterms:created>
  <dcterms:modified xsi:type="dcterms:W3CDTF">2026-05-17T22:22:56Z</dcterms:modified>
</cp:coreProperties>
</file>
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traces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hr-agent</c:v>
                  </c:pt>
                  <c:pt idx="1">
                    <c:v>sergio</c:v>
                  </c:pt>
                  <c:pt idx="2">
                    <c:v>mohammed</c:v>
                  </c:pt>
                  <c:pt idx="3">
                    <c:v>research-agent</c:v>
                  </c:pt>
                  <c:pt idx="4">
                    <c:v>email-marketing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237</c:v>
                </c:pt>
                <c:pt idx="1">
                  <c:v>96</c:v>
                </c:pt>
                <c:pt idx="2">
                  <c:v>63</c:v>
                </c:pt>
                <c:pt idx="3">
                  <c:v>7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6DE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8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9144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 ·  ARCHITECTURE  &amp;  SESSION  BRIEF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System: Decisions &amp; Overhaul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v2-only  ·  BGE-large  ·  shared skills  ·  per-agent visibility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22860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11880"/>
            <a:ext cx="99056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brief combining the architectural-decisions deck with the one-day overhaul summary: what we kept, what we cut, why the embedder finally got fixed, the orphan cron we found, the plugin patches we shipped, the tooling we built — and what to read next.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5778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2026-05-17</a:t>
            </a:r>
            <a:pPr indent="0" marL="0">
              <a:buNone/>
            </a:pPr>
            <a:r>
              <a:rPr lang="en-US" sz="13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pPr indent="0" marL="0">
              <a:buNone/>
            </a:pPr>
            <a:r>
              <a:rPr lang="en-US" sz="13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technical co-founder review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merged:  docs/architecture/2026-05-17-memory-system-decisions.pptx  +  docs/architecture/2026-05-17-session-summary.pptx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  ·  FIVE WINS  ·  ONE ROOT CAUSE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landed after one day.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plugin chosen. Auto-promoter killed. Patches durable. Stress test green.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94415" cy="777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830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63040" y="1856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 v2 plugin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77840" y="18745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MemOS server retired — no Qdrant/Neo4j to babysit. Single SQLite, in-process, row-level tenancy.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11094415" cy="777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60604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6060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463040" y="26791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BGE-large embeddings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77840" y="26974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1024-dim, local ONNX. +14% MRR over MiniLM, beats gemini-embedding-2 on every quality metric. $0/mo.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11094415" cy="777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42900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4290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463040" y="3502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Auto-promoter killed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77840" y="352044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Sprint-3 cron writing share_scope=local every 15 min — disabled, with forensic triggers as a tripwire.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11094415" cy="777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5196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2519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463040" y="4325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viewer toggle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77840" y="434340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AsyncLocalStorage + X-As-Profile header. One daemon, any agent's lens — no second process.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94415" cy="777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07492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07492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463040" y="5148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Open-world speaker attribution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577840" y="516636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from [handles], self-intros, quoted bylines. The MEMOS_HUMANS list is help, not a gate.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779008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STATE 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36 stress-test checks green   ·   13 / 13 plugin patches verified   ·   durable via postinstall-patches.sh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560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Decisions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machine · one plugin · row-level tenancy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were being conflated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confusion was warranted — three memory ideas with similar names, only one actually doing 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2288" y="1828800"/>
            <a:ext cx="3657600" cy="4206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2288" y="1828800"/>
            <a:ext cx="73152" cy="4206240"/>
          </a:xfrm>
          <a:prstGeom prst="rect">
            <a:avLst/>
          </a:prstGeom>
          <a:solidFill>
            <a:srgbClr val="5A6885"/>
          </a:solidFill>
          <a:ln w="12700">
            <a:solidFill>
              <a:srgbClr val="5A68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0888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0888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MemOS v1 server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00888" y="2788920"/>
            <a:ext cx="1280160" cy="320040"/>
          </a:xfrm>
          <a:prstGeom prst="rect">
            <a:avLst/>
          </a:prstGeom>
          <a:solidFill>
            <a:srgbClr val="5A6885"/>
          </a:solidFill>
          <a:ln w="12700">
            <a:solidFill>
              <a:srgbClr val="5A68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0888" y="2788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0888" y="32918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HTTP service on :8001. Qdrant + Neo4j + SQLite. Cube-based isolation via API-key → user_id binding. The original production target.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67048" y="1828800"/>
            <a:ext cx="3657600" cy="4206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67048" y="1828800"/>
            <a:ext cx="73152" cy="4206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5648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95648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memos plugin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495648" y="2788920"/>
            <a:ext cx="128016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5648" y="2788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95648" y="32918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Hermes-native plugin. Single SQLite + UI on :18800. Reward backprop, L1/L2/L3 layers, automatic skill crystallisation. Isolation by row-level namespace tuple.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61808" y="1828800"/>
            <a:ext cx="3657600" cy="4206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1808" y="1828800"/>
            <a:ext cx="73152" cy="4206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90408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90408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290408" y="2788920"/>
            <a:ext cx="1280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0408" y="2788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90408" y="32918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cross-machine sync. Config schema and share_scope='hub' exist; zero code reads them. The failing systemd unit was trying to start it.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running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is doing the work. Two are inert. One was thrashing.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114800"/>
                <a:gridCol w="128016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memos-local-plugin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Sole active memory provider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A68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~/.hermes/memos-plugin/  ::18800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MemOS v1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API; ceo-cube empty (zero writes)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A68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localhost:8001  (disabled)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memos-toolset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client; plugin.yaml.disabled-2026-05-12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88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A68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~/.hermes/plugins/memos-toolset/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memos-hub.service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Tries to start non-existent hub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A68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scripts/migration/bootstrap-hub.sh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Hermes agent gateways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Per-profile processes (each writes to v2)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A68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hermes-gateway-{sergio,hr-agent,…}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Net: zero actual contamination, ever. v1 cube was empty when stopped — probed directly: text_mem=[], total_nodes=0.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 ·  BACKEND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plugin chosen. v1 retired.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Paperclip + CEO orchestration retired with it — single machine, single tier.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51206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MemOS server  (retired)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@memtensor/memos-local-plugin  (kept)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 + Neo4j + SQLite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SQLite + sqlite-vss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Per-cube API keys + 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Row-level (owner_agent_kind, owner_profile_id, share_scope)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Cross-cube replication (untested)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share_scope=local rows visible across profiles, in-process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services + REST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node daemon, embeds Hermes-side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session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Cube empty — nothing to migrate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agents already writing through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Bundled memory browser + 2D/3D UMAP viewers on :18800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+ disable systemd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in place, 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440680"/>
            <a:ext cx="11094415" cy="10058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544068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4864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REVERSAL VS THE APRIL v2-DEPRECATED AUDIT?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576072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April audit flagged v2 because it lacked operational tooling. We added that tooling (cross-agent inspector, forensic-audit triggers, per-agent viewer, stress test) instead of running a second backend. Cost / observability now both better than v1.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v2 isolation actually 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cubes. Row-level multi-tenancy with a namespace tuple stamped on every row.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6766560" cy="4526280"/>
          </a:xfrm>
          <a:prstGeom prst="rect">
            <a:avLst/>
          </a:prstGeom>
          <a:solidFill>
            <a:srgbClr val="0F1632"/>
          </a:solidFill>
          <a:ln w="12700">
            <a:solidFill>
              <a:srgbClr val="0F16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74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core/runtime/namespace.ts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A1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row carries these columns
</a:t>
            </a:r>
            <a:pPr indent="0" marL="0">
              <a:buNone/>
            </a:pPr>
            <a:r>
              <a:rPr lang="en-US" sz="12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owner_agent_kind   </a:t>
            </a:r>
            <a:pPr indent="0" marL="0">
              <a:buNone/>
            </a:pPr>
            <a:r>
              <a:rPr lang="en-US" sz="1250" dirty="0">
                <a:solidFill>
                  <a:srgbClr val="F5B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NOT NULL
</a:t>
            </a:r>
            <a:pPr indent="0" marL="0">
              <a:buNone/>
            </a:pPr>
            <a:r>
              <a:rPr lang="en-US" sz="12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owner_profile_id   </a:t>
            </a:r>
            <a:pPr indent="0" marL="0">
              <a:buNone/>
            </a:pPr>
            <a:r>
              <a:rPr lang="en-US" sz="1250" dirty="0">
                <a:solidFill>
                  <a:srgbClr val="F5B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NOT NULL
</a:t>
            </a:r>
            <a:pPr indent="0" marL="0">
              <a:buNone/>
            </a:pPr>
            <a:r>
              <a:rPr lang="en-US" sz="12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share_scope        </a:t>
            </a:r>
            <a:pPr indent="0" marL="0">
              <a:buNone/>
            </a:pPr>
            <a:r>
              <a:rPr lang="en-US" sz="1250" dirty="0">
                <a:solidFill>
                  <a:srgbClr val="F5B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DEFAULT 'private'
</a:t>
            </a:r>
            <a:pPr indent="0" marL="0">
              <a:buNone/>
            </a:pPr>
            <a:r>
              <a:rPr lang="en-US" sz="1250" i="1" dirty="0">
                <a:solidFill>
                  <a:srgbClr val="8AA1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read is filtered through this
</a:t>
            </a:r>
            <a:pPr indent="0" marL="0">
              <a:buNone/>
            </a:pPr>
            <a:r>
              <a:rPr lang="en-US" sz="1250" dirty="0">
                <a:solidFill>
                  <a:srgbClr val="F5B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2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isVisibleTo</a:t>
            </a:r>
            <a:pPr indent="0" marL="0">
              <a:buNone/>
            </a:pPr>
            <a:r>
              <a:rPr lang="en-US" sz="12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(row, caller) {
</a:t>
            </a:r>
            <a:pPr indent="0" marL="0">
              <a:buNone/>
            </a:pPr>
            <a:r>
              <a:rPr lang="en-US" sz="1250" dirty="0">
                <a:solidFill>
                  <a:srgbClr val="F5B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pPr indent="0" marL="0">
              <a:buNone/>
            </a:pPr>
            <a:r>
              <a:rPr lang="en-US" sz="12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(row.share_scope !== </a:t>
            </a:r>
            <a:pPr indent="0" marL="0">
              <a:buNone/>
            </a:pPr>
            <a:r>
              <a:rPr lang="en-US" sz="1250" dirty="0">
                <a:solidFill>
                  <a:srgbClr val="C2D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'private'</a:t>
            </a:r>
            <a:pPr indent="0" marL="0">
              <a:buNone/>
            </a:pPr>
            <a:r>
              <a:rPr lang="en-US" sz="12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250" dirty="0">
                <a:solidFill>
                  <a:srgbClr val="F5B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true</a:t>
            </a:r>
            <a:pPr indent="0" marL="0">
              <a:buNone/>
            </a:pPr>
            <a:r>
              <a:rPr lang="en-US" sz="12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  return (
    row.owner_agent_kind === caller.agentKind &amp;&amp;
    row.owner_profile_id === caller.profileId
  );
</a:t>
            </a:r>
            <a:pPr indent="0" marL="0">
              <a:buNone/>
            </a:pPr>
            <a:r>
              <a:rPr lang="en-US" sz="12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98080" y="1783080"/>
            <a:ext cx="4144975" cy="452628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178308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2668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(agentKind, profileId, workspaceId)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2668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26680" y="301752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SQLite, many tenants — no cubes, no per-agent files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at every retrieval, not by trust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server, no API, no credential management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derives profileId from $HERMES_HOME — each agent process gets its own namespace automatically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is working — verified on the live DB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owner_profile_id, COUNT(*) FROM traces GROUP BY owner_profile_id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828800"/>
          <a:ext cx="7772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595360" y="1828800"/>
            <a:ext cx="3047695" cy="402336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0" y="1828800"/>
            <a:ext cx="73152" cy="4023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2396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823960" y="2194560"/>
            <a:ext cx="2590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"default" bucket.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823960" y="2743200"/>
            <a:ext cx="25904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agent's writes land under its own </a:t>
            </a:r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profileId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earlier cross-contamination worry was real for v1's shared API key — but </a:t>
            </a:r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moot for v2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derives profileId from $HERMES_HOME at process start.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POLICY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experience. Shared knowledge.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turn data stays with the agent who lived it. Crystallised skills + world facts go to the team.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365760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traces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private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agent sees only its own turns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A68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conversation history is personal — no leak across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episodes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private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boundaries stay per-agent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A68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Episode keys are agent-local context, not shared schema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policies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private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candidate patterns are local experiments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A68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Half-baked heuristics shouldn't pollute the team's policy 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world_model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+ operator facts shared across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A68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"Sergio prefers MiniMax for synthesis" should help every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skills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Crystallised callable procedures shared across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A68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are the team's collective know-how — attribution via (learned by &lt;profile&gt;)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577840"/>
            <a:ext cx="11094415" cy="91440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557784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62356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isVisibleTo  RULE  ·  core/runtime/namespace.ts:136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589788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is visible to a caller IFF 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share_scope ∈ {local, public, hub}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 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(owner_agent_kind, owner_profile_id)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matches the caller's namespace. Per-row attribution is automatic.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  ·  IMPORTANT NUANCE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share_scope: design intent vs reality today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with the intended scope anyway — when the hub ships, the data already knows where it should go.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  <a:gridCol w="4114800"/>
                <a:gridCol w="18288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INTENT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BEHAVIOR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DESIGNED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private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only to the writing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one that actually filters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across profiles on this machine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to all (same as public)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public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to everyone, everywhere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to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hub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across machines via hub sync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to all — hub never wired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5778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collapses three of four scopes into one today. That's intentional — single-machine deployment means private vs not-private is the only meaningful split until the hub ships. The schema is ready for when it does.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560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 Overhaul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traces · 8 queries · DeepSeek V3 as judge · BGE-large wins everything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 benchmark: how we tested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models, eight realistic queries, LLM-graded relevance on the union of top-5 from every model.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5148" y="1828800"/>
            <a:ext cx="2697480" cy="347472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5148" y="1828800"/>
            <a:ext cx="73152" cy="3474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028" y="1920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78028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real traces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8028" y="310896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trace summaries from the live v2 DB (read-only). Mixed profiles, real content — embedder choice, file transfer, Idealista, plugin architecture.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29788" y="1828800"/>
            <a:ext cx="2697480" cy="347472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29788" y="1828800"/>
            <a:ext cx="73152" cy="3474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12668" y="1920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512668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with all three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12668" y="310896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MiniLM-L6-v2 (current), BGE-large-en-v1.5 (proposed local), gemini-embedding-2 (proposed cloud). BGE used recommended query prefix.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4428" y="1828800"/>
            <a:ext cx="2697480" cy="347472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4428" y="1828800"/>
            <a:ext cx="73152" cy="3474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7308" y="1920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347308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set + retrieval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47308" y="310896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realistic memory queries. For each: top-5 retrieval from every model. Cosine on L2-normalised vectors.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99068" y="1828800"/>
            <a:ext cx="2697480" cy="347472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99068" y="1828800"/>
            <a:ext cx="73152" cy="3474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1948" y="1920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181948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81948" y="310896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 rated each (query, snippet) pair on 0/1/2 relevance. Judged the UNION of top-5 across all models — no free passes.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solidFill>
            <a:srgbClr val="1E2761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486400"/>
            <a:ext cx="731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  ·  MRR  ·  nDCG@5  ·  pairwise top-5 overlap (Jaccard)  ·  top-1 cosine similarity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benchmark: BGE-large wins everything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P@5 · MRR · nDCG@5 — top of every metric, on a benchmark drawn from real Hermes traces.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640080"/>
                <a:gridCol w="777240"/>
                <a:gridCol w="777240"/>
                <a:gridCol w="914400"/>
                <a:gridCol w="2011680"/>
                <a:gridCol w="118872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P@5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Xenova/all-MiniLM-L6-v2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(Xenova)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5A68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Xenova/bge-large-en-v1.5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(Xenova)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Google gemini-embedding-2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5A68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166360"/>
            <a:ext cx="3576218" cy="91440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5166360"/>
            <a:ext cx="73152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2578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vs MiniLM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553212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 P@5  ·  +14% MRR  ·  +15% nDCG@5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07738" y="5166360"/>
            <a:ext cx="3576218" cy="91440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07738" y="5166360"/>
            <a:ext cx="73152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36338" y="52578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vs Gemini-2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36338" y="553212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 P@5  ·  +4% MRR  ·  +10% nDCG@5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66837" y="5166360"/>
            <a:ext cx="3576218" cy="91440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66837" y="5166360"/>
            <a:ext cx="73152" cy="914400"/>
          </a:xfrm>
          <a:prstGeom prst="rect">
            <a:avLst/>
          </a:prstGeom>
          <a:solidFill>
            <a:srgbClr val="5A6885"/>
          </a:solidFill>
          <a:ln w="12700">
            <a:solidFill>
              <a:srgbClr val="5A688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95437" y="52578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295437" y="553212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traces · 8 queries · DeepSeek-judged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BGE-large is the pick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quality · stays local · no API · acceptable resource cost.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455768" cy="1920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6596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240280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every metric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2697480"/>
            <a:ext cx="499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P@5, MRR, nDCG@5 — all three. Q4 (Idealista cluster) and Q7 (skill crystallisation) found content the others missed entirely.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7288" y="1828800"/>
            <a:ext cx="5455768" cy="1920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7288" y="1828800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1608" y="196596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61608" y="2240280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dependency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61608" y="2697480"/>
            <a:ext cx="499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Hermes process via Xenova/Transformers.js ONNX. No network round-trips, no rate limits, no Google account to manage.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5455768" cy="1920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931920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06908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343400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never leaves the box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22960" y="4800600"/>
            <a:ext cx="499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option meant agent memory content was sent to a third-party API. BGE-large keeps it on the machine where it belongs.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87288" y="3931920"/>
            <a:ext cx="5455768" cy="1920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7288" y="3931920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1608" y="406908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61608" y="4343400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cost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461608" y="4800600"/>
            <a:ext cx="499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GB RAM working set; machine has ~9 GB free. ~150–300 ms per embedding on CPU. The hook is async — doesn't block agent replies.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ASSIGNMENTS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models, three jobs.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for fit, not flag-planting — extraction is cheap, crystallisation is rare, embeddings are hot path.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94415" cy="132588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73152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/ extraction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7724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OpenAI-compatible  ·  deepseek-chat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1965960"/>
            <a:ext cx="73453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Non-thinking model — no &lt;think&gt; pollution in summaries. Cheap enough per-turn to never think about. Strict-JSON path with heuristic fallback if malformed.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1094415" cy="132588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46120"/>
            <a:ext cx="73152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crystallisation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M2.7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7724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Anthropic-compatible  ·  api.minimax.io/anthropic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0" y="3429000"/>
            <a:ext cx="73453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Reasoning-heavy synthesis from multi-turn evidence. Rare call — quality &gt; latency. Output post-processed; &lt;think&gt; tags stripped cleanly.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094415" cy="132588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70916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166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Xenova/bge-large-en-v1.5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In-process  ·  ONNX  ·  1024-dim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4892040"/>
            <a:ext cx="73453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MRR in our bench. Local — no API for a hot-path call, no privacy footprint, no rate limits.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560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Orphan Cron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15 minutes, share_scope went back to local. Symptom looked like the plugin — it wasn't.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auto-promoter root cause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demotion held for 14 minutes, then bulk-reverted. The plugin wasn't doing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606698" cy="1920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99339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1993392"/>
            <a:ext cx="2692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60604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flipped traces to private. Within 15 min, all rows back to local. Reproducible.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2498" y="1828800"/>
            <a:ext cx="3606698" cy="1920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2498" y="1828800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75378" y="199339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5378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69738" y="1993392"/>
            <a:ext cx="2692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SQLite triggers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75378" y="260604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tools/forensic-audit.sql installs no-op AFTER-UPDATE triggers logging share_scope writes to a side table. Non-modifying — safe.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36357" y="1828800"/>
            <a:ext cx="3606698" cy="1920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6357" y="1828800"/>
            <a:ext cx="73152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19237" y="199339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19237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813597" y="1993392"/>
            <a:ext cx="2692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cycle, caught the actor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19237" y="260604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UPDATE pattern with no plugin sql_text — written directly via the SQLite CLI. Plugin's HTTP API + namespace filter bypassed entirely.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931920"/>
            <a:ext cx="3606698" cy="1920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931920"/>
            <a:ext cx="73152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09651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25880" y="4096512"/>
            <a:ext cx="2692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to a cron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470916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crontab -l revealed a */15 entry running python3 on …/promote-memos-shares.py inside an orphan Claude worktree (.claude/worktrees/nice-mclaren-13f017/scripts/).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92498" y="3931920"/>
            <a:ext cx="3606698" cy="1920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2498" y="3931920"/>
            <a:ext cx="73152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75378" y="409651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75378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069738" y="4096512"/>
            <a:ext cx="2692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Paperclip/CEO scaffolding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475378" y="470916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(2026-05-12) added it so the orchestrator could read across cubes. We retired Paperclip 5 days later — the cron lived on.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36357" y="3931920"/>
            <a:ext cx="3606698" cy="1920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36357" y="3931920"/>
            <a:ext cx="73152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19237" y="409651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19237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813597" y="4096512"/>
            <a:ext cx="2692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Disabled, not deleted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19237" y="470916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Commented out in crontab with rationale. Forensic triggers stay installed as a tripwire for re-emergence.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560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Patches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files · 5 logical changes · no upstream repo · re-applied via postinstall hook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 · 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files patched, applied via postinstall hook.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@memtensor/memos-local-plugin@2.0.0 ships with no public repo — patches live in tools/plugin-patches/ and re-apply on every npm install.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91840"/>
                <a:gridCol w="731520"/>
                <a:gridCol w="65836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Shared-skill attribution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renderSkill appends '(learned by &lt;profile&gt;)' so agents see which profile crystallised a shared skill.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Per-request namespace override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AsyncLocalStorage context parsed from X-As-Profile / ?as_profile=, applied at SQL time in trace pagination.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Bundled-viewer UI overlay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Floating 'view as &lt;profile&gt;' picker injected into web/dist — intercepts fetch() to add the header.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packager default scope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skills default share_scope=local (was private) — no more manual promotion after crystallisation.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Named-speaker memory summaries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Summarizer reads MEMOS_HUMANS env, attributes speech to actual names — open-world (handles + self-intros).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solidFill>
            <a:srgbClr val="1E2761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5806440"/>
            <a:ext cx="7315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824728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Run: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tools/postinstall-patches.sh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         Verify: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tools/postinstall-patches.sh --check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SPOTLIGHT  ·  #2 + #3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viewer toggle.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daemon, one DB. Any agent's perspective on demand.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532120" cy="3657600"/>
          </a:xfrm>
          <a:prstGeom prst="rect">
            <a:avLst/>
          </a:prstGeom>
          <a:solidFill>
            <a:srgbClr val="0F1632"/>
          </a:solidFill>
          <a:ln w="12700">
            <a:solidFill>
              <a:srgbClr val="0F16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 ·  ALS namespace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A1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core/runtime/request-namespace.ts  (new)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5120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als = new AsyncLocalStorage&lt;RuntimeNamespace&gt;();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runWithRequestNamespace(ns, fn)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als.run(ns, fn);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getRequestNamespace()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als.getStore();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5532120" cy="3657600"/>
          </a:xfrm>
          <a:prstGeom prst="rect">
            <a:avLst/>
          </a:prstGeom>
          <a:solidFill>
            <a:srgbClr val="0F1632"/>
          </a:solidFill>
          <a:ln w="12700">
            <a:solidFill>
              <a:srgbClr val="0F16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·  fetch interceptor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2148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A1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web/dist/hermes-profile-switcher.js  (new)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5120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orig = window.fetch.bind(window);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window.fetch = (input, init) =&gt;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(!currentProfile) return orig(input, init);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headers = new Headers(init?.headers);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headers.set('X-As-Profile', currentProfile);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orig(input, { ...init, headers });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532120"/>
            <a:ext cx="11094415" cy="86868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53212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5778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server/http.ts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wraps dispatch() in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runWithRequestNamespace(ns, …)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memory-core.ts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effectiveNamespace() prefers ALS over the daemon's startup namespace.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traces.ts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it at SQL time so paginated turn-keys actually match the requested profile.
</a:t>
            </a:r>
            <a:pPr indent="0" marL="0">
              <a:buNone/>
            </a:pPr>
            <a:r>
              <a:rPr lang="en-US" sz="12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at 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https://tower.taila4a33f.ts.net/</a:t>
            </a:r>
            <a:pPr indent="0" marL="0">
              <a:buNone/>
            </a:pPr>
            <a:r>
              <a:rPr lang="en-US" sz="12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top-right dropdown.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560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We Built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Inspectors · forensic triggers · stress test · 2D + 3D embedding-space viewers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TOOLING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anything. Audit everything.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lives in tools/. Run from anywhere on the box — no extra setup.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389120"/>
                <a:gridCol w="3931920"/>
              </a:tblGrid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INVOCATION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tools/memos-explorer.py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Cross-agent CLI: list profiles, traces, skills, policies, world facts. Vector-space stats, similarity search, project per profile.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python3.12 tools/memos-explorer.py profiles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python3.12 tools/memos-explorer.py search 'auth' --top 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tools/forensic-audit.sql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Installs AFTER-UPDATE/INSERT/DELETE triggers logging every share_scope write to share_scope_audit. Non-modifying tripwire.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sqlite3 ~/.hermes/memos-plugin/data/memos.db \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&lt; tools/forensic-audit.sql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python3.12 tools/memos-explorer.py audit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tools/stress-test.sh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end-to-end checks: patch presence, daemon health, share-scope policy, per-agent visibility, embedding dims, capture pipeline.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bash tools/stress-test.sh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 expect: 36 passed, 0 failed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tools/postinstall-patches.sh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Idempotent applier of all 13 plugin patches + symlinks for UMAP / graph viewers. Run after every npm install of the plugin.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bash tools/postinstall-patches.sh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bash tools/postinstall-patches.sh --check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EMBEDDING-SPACE VIEWERS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Plotly  +  3D deck.gl.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 what the BGE-large embedder actually believes — interactively.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410048" cy="370332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73152" cy="3703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7452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 ·  PLOTLY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19456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tools/umap-viewer.html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651760"/>
            <a:ext cx="495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UMAP projection. Color by profile, hover shows summary, click opens full trace in the side panel.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 </a:t>
            </a:r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https://tower.taila4a33f.ts.net/umap-viewer.html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tools/vec-map.json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461772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489204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read on cluster topology, identifying outliers.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33008" y="1783080"/>
            <a:ext cx="5410048" cy="370332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3008" y="1783080"/>
            <a:ext cx="73152" cy="3703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7328" y="187452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 ·  DECK.GL  ·  GPU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07328" y="219456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tools/umap-3d-viewer.html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07328" y="2651760"/>
            <a:ext cx="495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camera, GPU-rendered point cloud, drag-to-rotate. Cross-agent rows wear white halos so they pop against any profile color.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07328" y="397764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8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 </a:t>
            </a:r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https://tower.taila4a33f.ts.net/umap-3d-viewer.html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07328" y="425196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Reads: 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tools/vec-map-3d.json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07328" y="461772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07328" y="489204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bridges between profiles, seeing structure the 2D projection flattened.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623560"/>
            <a:ext cx="11094415" cy="7772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623560"/>
            <a:ext cx="731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TOUCHES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594360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palette redesigned so no agent color collides with the ember accent  ·  cross-agent indicator switched from orange tint to white halo  ·  persistent plain-language "How to read this map" panel.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560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Attribution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come from signal, not from a roster. Handles · self-intros · quoted bylines.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SPOTLIGHT  ·  #5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from signal, not from a roster.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see messages from outside parties too — clients, leads, group chats, quoted email. The list is help, not a gate.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94415" cy="914400"/>
          </a:xfrm>
          <a:prstGeom prst="rect">
            <a:avLst/>
          </a:prstGeom>
          <a:solidFill>
            <a:srgbClr val="0F1632"/>
          </a:solidFill>
          <a:ln w="12700">
            <a:solidFill>
              <a:srgbClr val="0F16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MEMOS_HUMANS   (in ~/.hermes/.env)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MEMOS_HUMANS=Sergio:sergiopalacio96|sergiop,Krati,Mohammed:moh,Arinze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A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 Name[:handle1|handle2|…], …    Name-only entries are fine — they still help when the body mentions the name.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49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RESULTING SUMMARY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Gateway-prepended handle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[sergiopalacio96] can you check the cron?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 asked to verify the cron schedule.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Self-introduction in body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Hi, I'm Mark from acme.io — want a quote on …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from acme.io requested a quote.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Quoted email From: header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From: anna@bizpartner.co\nWe'd like to renew …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Anna requested a renewal.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identifiable speaker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(direct message body with no marker)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Speaker reference omitted — never invented.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5943600"/>
            <a:ext cx="7315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5971032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core/capture/summarizer.ts</a:t>
            </a:r>
            <a:pPr indent="0" marL="0">
              <a:buNone/>
            </a:pPr>
            <a:r>
              <a:rPr lang="en-US" sz="11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bridge.cts</a:t>
            </a:r>
            <a:pPr indent="0" marL="0">
              <a:buNone/>
            </a:pPr>
            <a:r>
              <a:rPr lang="en-US" sz="11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(dotenv loader so the daemon sees ~/.hermes/.env on its own)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560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Cleanups  ·  config.yaml  ·  migration steps  ·  verification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Cleanups: what we removed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removal is reversible — none are destructive deletes. Service stops and config swaps only.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145731" cy="402336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73152" cy="4023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28800"/>
            <a:ext cx="2145731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21457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187141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memos-hub.service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246120"/>
            <a:ext cx="187141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thrashing in an auto-restart loop, calling bootstrap-hub.sh which tries to launch a hub mode the plugin doesn't implement. Zero functional impact.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85811" y="1828800"/>
            <a:ext cx="2145731" cy="402336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5811" y="1828800"/>
            <a:ext cx="73152" cy="4023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5811" y="1828800"/>
            <a:ext cx="2145731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5811" y="1828800"/>
            <a:ext cx="21457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2971" y="2331720"/>
            <a:ext cx="187141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memos-server.service (v1)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2971" y="3246120"/>
            <a:ext cx="187141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but unused — cube was empty, memos-toolset client already disabled. Frees Qdrant + Neo4j + Python memory. Restart anytime if we revisit v1.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2982" y="1828800"/>
            <a:ext cx="2145731" cy="402336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2982" y="1828800"/>
            <a:ext cx="73152" cy="4023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2982" y="1828800"/>
            <a:ext cx="2145731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2982" y="1828800"/>
            <a:ext cx="21457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0142" y="2331720"/>
            <a:ext cx="187141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Paperclip / CEO orchestration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0142" y="3246120"/>
            <a:ext cx="187141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Single-machine architecture means no CEO routing. Skill patches authored directly. Removed 2026-05-17 along with multi-cube assumptions.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260153" y="1828800"/>
            <a:ext cx="2145731" cy="402336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60153" y="1828800"/>
            <a:ext cx="73152" cy="4023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0153" y="1828800"/>
            <a:ext cx="2145731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0153" y="1828800"/>
            <a:ext cx="21457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97313" y="2331720"/>
            <a:ext cx="187141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gemini-embedding-2 config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97313" y="3246120"/>
            <a:ext cx="187141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swapped in during the embedder eval. Beaten by BGE-large on every quality metric. Reverted to local embedder before any data was written.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497324" y="1828800"/>
            <a:ext cx="2145731" cy="402336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97324" y="1828800"/>
            <a:ext cx="73152" cy="4023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97324" y="1828800"/>
            <a:ext cx="2145731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97324" y="1828800"/>
            <a:ext cx="21457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34484" y="2331720"/>
            <a:ext cx="187141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promote-memos-shares.py cron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34484" y="3246120"/>
            <a:ext cx="187141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Sprint-3 orphan that bulk-updated share_scope every 15 min, bypassing the plugin's API. Commented out in crontab with rationale. Triggers stay installed as a tripwire.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STATE  ·  ~/.hermes/memos-plugin/config.yaml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landed.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local embedder, one cheap extractor, one reasoning model. Hub flag is cosmetic.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94415" cy="4114800"/>
          </a:xfrm>
          <a:prstGeom prst="rect">
            <a:avLst/>
          </a:prstGeom>
          <a:solidFill>
            <a:srgbClr val="0F1632"/>
          </a:solidFill>
          <a:ln w="12700">
            <a:solidFill>
              <a:srgbClr val="0F16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10637215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embedding:
</a:t>
            </a:r>
            <a:pPr indent="0" marL="0">
              <a:buNone/>
            </a:pPr>
            <a:r>
              <a:rPr lang="en-US" sz="140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provider:    </a:t>
            </a:r>
            <a:pPr indent="0" marL="0">
              <a:buNone/>
            </a:pPr>
            <a:r>
              <a:rPr lang="en-US" sz="1400" dirty="0">
                <a:solidFill>
                  <a:srgbClr val="C2D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
</a:t>
            </a:r>
            <a:pPr indent="0" marL="0">
              <a:buNone/>
            </a:pPr>
            <a:r>
              <a:rPr lang="en-US" sz="140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model:       </a:t>
            </a:r>
            <a:pPr indent="0" marL="0">
              <a:buNone/>
            </a:pPr>
            <a:r>
              <a:rPr lang="en-US" sz="1400" dirty="0">
                <a:solidFill>
                  <a:srgbClr val="C2D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Xenova/bge-large-en-v1.5</a:t>
            </a:r>
            <a:pPr indent="0" marL="0">
              <a:buNone/>
            </a:pPr>
            <a:r>
              <a:rPr lang="en-US" sz="1400" i="1" dirty="0">
                <a:solidFill>
                  <a:srgbClr val="8AA1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+11–18% over MiniLM / Gemini-2
</a:t>
            </a:r>
            <a:pPr indent="0" marL="0">
              <a:buNone/>
            </a:pPr>
            <a:r>
              <a:rPr lang="en-US" sz="140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dimensions:  </a:t>
            </a:r>
            <a:pPr indent="0" marL="0">
              <a:buNone/>
            </a:pPr>
            <a:r>
              <a:rPr lang="en-US" sz="1400" dirty="0">
                <a:solidFill>
                  <a:srgbClr val="C2D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
</a:t>
            </a:r>
            <a:pPr indent="0" marL="0">
              <a:buNone/>
            </a:pPr>
            <a:r>
              <a:rPr lang="en-US" sz="1400" b="1" dirty="0">
                <a:solidFill>
                  <a:srgbClr val="F5B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llm:
</a:t>
            </a:r>
            <a:pPr indent="0" marL="0">
              <a:buNone/>
            </a:pPr>
            <a:r>
              <a:rPr lang="en-US" sz="140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provider:    </a:t>
            </a:r>
            <a:pPr indent="0" marL="0">
              <a:buNone/>
            </a:pPr>
            <a:r>
              <a:rPr lang="en-US" sz="1400" dirty="0">
                <a:solidFill>
                  <a:srgbClr val="C2D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openai_compatible
</a:t>
            </a:r>
            <a:pPr indent="0" marL="0">
              <a:buNone/>
            </a:pPr>
            <a:r>
              <a:rPr lang="en-US" sz="140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endpoint:    </a:t>
            </a:r>
            <a:pPr indent="0" marL="0">
              <a:buNone/>
            </a:pPr>
            <a:r>
              <a:rPr lang="en-US" sz="1400" dirty="0">
                <a:solidFill>
                  <a:srgbClr val="C2D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https://api.deepseek.com
</a:t>
            </a:r>
            <a:pPr indent="0" marL="0">
              <a:buNone/>
            </a:pPr>
            <a:r>
              <a:rPr lang="en-US" sz="140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model:       </a:t>
            </a:r>
            <a:pPr indent="0" marL="0">
              <a:buNone/>
            </a:pPr>
            <a:r>
              <a:rPr lang="en-US" sz="1400" dirty="0">
                <a:solidFill>
                  <a:srgbClr val="C2D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deepseek-chat</a:t>
            </a:r>
            <a:pPr indent="0" marL="0">
              <a:buNone/>
            </a:pPr>
            <a:r>
              <a:rPr lang="en-US" sz="1400" i="1" dirty="0">
                <a:solidFill>
                  <a:srgbClr val="8AA1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# extraction / summarisation
</a:t>
            </a:r>
            <a:pPr indent="0" marL="0">
              <a:buNone/>
            </a:pPr>
            <a:r>
              <a:rPr lang="en-US" sz="1400" b="1" dirty="0">
                <a:solidFill>
                  <a:srgbClr val="F5B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skillEvolver:
</a:t>
            </a:r>
            <a:pPr indent="0" marL="0">
              <a:buNone/>
            </a:pPr>
            <a:r>
              <a:rPr lang="en-US" sz="140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provider:    </a:t>
            </a:r>
            <a:pPr indent="0" marL="0">
              <a:buNone/>
            </a:pPr>
            <a:r>
              <a:rPr lang="en-US" sz="1400" dirty="0">
                <a:solidFill>
                  <a:srgbClr val="C2D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
</a:t>
            </a:r>
            <a:pPr indent="0" marL="0">
              <a:buNone/>
            </a:pPr>
            <a:r>
              <a:rPr lang="en-US" sz="140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endpoint:    </a:t>
            </a:r>
            <a:pPr indent="0" marL="0">
              <a:buNone/>
            </a:pPr>
            <a:r>
              <a:rPr lang="en-US" sz="1400" dirty="0">
                <a:solidFill>
                  <a:srgbClr val="C2D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https://api.minimax.io/anthropic
</a:t>
            </a:r>
            <a:pPr indent="0" marL="0">
              <a:buNone/>
            </a:pPr>
            <a:r>
              <a:rPr lang="en-US" sz="140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model:       </a:t>
            </a:r>
            <a:pPr indent="0" marL="0">
              <a:buNone/>
            </a:pPr>
            <a:r>
              <a:rPr lang="en-US" sz="1400" dirty="0">
                <a:solidFill>
                  <a:srgbClr val="C2D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MiniMax-M2.7</a:t>
            </a:r>
            <a:pPr indent="0" marL="0">
              <a:buNone/>
            </a:pPr>
            <a:r>
              <a:rPr lang="en-US" sz="1400" i="1" dirty="0">
                <a:solidFill>
                  <a:srgbClr val="8AA1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# crystallisation / L2 induction
</a:t>
            </a:r>
            <a:pPr indent="0" marL="0">
              <a:buNone/>
            </a:pPr>
            <a:r>
              <a:rPr lang="en-US" sz="1400" b="1" dirty="0">
                <a:solidFill>
                  <a:srgbClr val="F5B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hub:
</a:t>
            </a:r>
            <a:pPr indent="0" marL="0">
              <a:buNone/>
            </a:pPr>
            <a:r>
              <a:rPr lang="en-US" sz="140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enabled:     </a:t>
            </a:r>
            <a:pPr indent="0" marL="0">
              <a:buNone/>
            </a:pPr>
            <a:r>
              <a:rPr lang="en-US" sz="1400" dirty="0">
                <a:solidFill>
                  <a:srgbClr val="F5B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i="1" dirty="0">
                <a:solidFill>
                  <a:srgbClr val="8AA1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# cosmetic — feature unimplemented upstream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943600"/>
            <a:ext cx="11094415" cy="50292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594360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971032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is per-profile via $HERMES_HOME → profileId. No cubes, no shared credentials. Verified on the running DB.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 TO SHIP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steps remaining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one-minute downtime; no recoverable data is lost (the 30 skills were all status=candidate).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1094415" cy="10058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288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828800" y="1993392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Hermes agents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2359152"/>
            <a:ext cx="9722815" cy="411480"/>
          </a:xfrm>
          <a:prstGeom prst="rect">
            <a:avLst/>
          </a:prstGeom>
          <a:solidFill>
            <a:srgbClr val="0F1632"/>
          </a:solidFill>
          <a:ln w="12700">
            <a:solidFill>
              <a:srgbClr val="0F16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2359152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--user stop hermes-gateway.service hermes-gateway-*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11094415" cy="10058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2608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9260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828800" y="3090672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v2 DB (384d → 1024d incompatible)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28800" y="3456432"/>
            <a:ext cx="9722815" cy="411480"/>
          </a:xfrm>
          <a:prstGeom prst="rect">
            <a:avLst/>
          </a:prstGeom>
          <a:solidFill>
            <a:srgbClr val="0F1632"/>
          </a:solidFill>
          <a:ln w="12700">
            <a:solidFill>
              <a:srgbClr val="0F16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3456432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-f ~/.hermes/memos-plugin/data/memos.db*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11094415" cy="10058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02336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0233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828800" y="4187952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agents — DB and embeddings rebuild via BGE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828800" y="4553712"/>
            <a:ext cx="9722815" cy="411480"/>
          </a:xfrm>
          <a:prstGeom prst="rect">
            <a:avLst/>
          </a:prstGeom>
          <a:solidFill>
            <a:srgbClr val="0F1632"/>
          </a:solidFill>
          <a:ln w="12700">
            <a:solidFill>
              <a:srgbClr val="0F16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4553712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--user start hermes-gateway.service hermes-gateway-*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120640"/>
            <a:ext cx="11094415" cy="10058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12064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12064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1828800" y="5285232"/>
            <a:ext cx="9722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one agent — verify BGE model loads cleanly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828800" y="5650992"/>
            <a:ext cx="9722815" cy="411480"/>
          </a:xfrm>
          <a:prstGeom prst="rect">
            <a:avLst/>
          </a:prstGeom>
          <a:solidFill>
            <a:srgbClr val="0F1632"/>
          </a:solidFill>
          <a:ln w="12700">
            <a:solidFill>
              <a:srgbClr val="0F16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5650992"/>
            <a:ext cx="9539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--user -u hermes-gateway-sergio -f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green. Durable.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patches re-apply themselves on every npm install. Drift gets caught by audit triggers.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2670734" cy="16916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73152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65960"/>
            <a:ext cx="26707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26707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CHECKS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56534" y="1783080"/>
            <a:ext cx="2670734" cy="16916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6534" y="1783080"/>
            <a:ext cx="73152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6534" y="1965960"/>
            <a:ext cx="26707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356534" y="2834640"/>
            <a:ext cx="26707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PATCHES VERIFIED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4428" y="1783080"/>
            <a:ext cx="2670734" cy="16916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4428" y="1783080"/>
            <a:ext cx="73152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4428" y="1965960"/>
            <a:ext cx="26707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164428" y="2834640"/>
            <a:ext cx="26707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AUTO-PROMOTER KILLED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72321" y="1783080"/>
            <a:ext cx="2670734" cy="169164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72321" y="1783080"/>
            <a:ext cx="73152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72321" y="1965960"/>
            <a:ext cx="26707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972321" y="2834640"/>
            <a:ext cx="26707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POSTINSTALL STEPS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703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GREEN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1094415" cy="914400"/>
        </p:xfrm>
        <a:graphic>
          <a:graphicData uri="http://schemas.openxmlformats.org/drawingml/2006/table">
            <a:tbl>
              <a:tblPr/>
              <a:tblGrid>
                <a:gridCol w="676656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every npm install/update of @memtensor/memos-local-plugin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bash tools/postinstall-patches.sh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any change to core daemon code / share policy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bash tools/stress-test.sh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share_scope ever drifts unexpectedly again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python3.12 tools/memos-explorer.py audit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FOLLOW-UPS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blocking. Worth doing.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we picked up but didn't pull all the way through.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1094415" cy="141732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6596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summarisation in the UMAP viewers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DeepSeek V3 to one-line each HDBSCAN cluster (≈31 calls). Render labels in 2D + 3D viewers so the topology becomes self-explanatory.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tools/umap-viewer.html  ·  tools/umap-3d-viewer.html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11094415" cy="141732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38328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2044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Per-profile MEMOS_HUMANS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393192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MEMOS_HUMANS is a single env var. Expand to MEMOS_HUMANS__&lt;profile&gt; so each agent can carry its own alias map (e.g., research-agent knows its lead list).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core/capture/summarizer.ts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11094415" cy="141732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93776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07492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 historical traces with the named-speaker prompt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548640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summaries still say "the user". A re-summarisation pass against the new prompt would put names into older embeddings and align them with new ones.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598932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tools/memos-explorer.py  (new resummarize subcommand)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read the rest.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next agent (human or otherwise) needs to come up to speed.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309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IN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CLAUDE.md  (this repo, root)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sprint header + the v2-only memory architecture rules every new agent reads first.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memos-setup/learnings/2026-05-17-v2-only-bge-shares.md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Canonical decision doc — backend choice, embedder benchmark, share policy, rollback plan.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docs/architecture/2026-05-17-memory-system-decisions.pptx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architecture deck — preserved as one of the two sources of this merge.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docs/architecture/2026-05-17-session-summary.pptx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session-summary deck — the other source of this merge.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tools/plugin-patches/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 mirror of every patched file — the canonical "what changed in v2".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tools/forensic-audit.sql  ( + .down.sql 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Non-modifying SQLite triggers — install once, audit forever.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https://tower.taila4a33f.ts.net/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viewer (password-gated). Top-right dropdown switches the lens to any agent.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to do tomorrow.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takes under two minutes.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492240"/>
            <a:ext cx="11094415" cy="0"/>
          </a:xfrm>
          <a:prstGeom prst="line">
            <a:avLst/>
          </a:prstGeom>
          <a:noFill/>
          <a:ln w="6350">
            <a:solidFill>
              <a:srgbClr val="D6DE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Memory System  ·  2026-05-17  ·  OpenClaw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94415" cy="82296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94767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3D viewer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Orbit. Switch profile. White halos = rows visible across multiple agents.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0" y="1920240"/>
            <a:ext cx="5973775" cy="548640"/>
          </a:xfrm>
          <a:prstGeom prst="rect">
            <a:avLst/>
          </a:prstGeom>
          <a:solidFill>
            <a:srgbClr val="0F1632"/>
          </a:solidFill>
          <a:ln w="12700">
            <a:solidFill>
              <a:srgbClr val="0F16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920240"/>
            <a:ext cx="5790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xdg-open https://tower.taila4a33f.ts.net/umap-3d-viewer.html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11094415" cy="82296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5176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81635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message to an agent — watch summary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3063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[handle] convention if you want named attribution.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0" y="2788920"/>
            <a:ext cx="5973775" cy="548640"/>
          </a:xfrm>
          <a:prstGeom prst="rect">
            <a:avLst/>
          </a:prstGeom>
          <a:solidFill>
            <a:srgbClr val="0F1632"/>
          </a:solidFill>
          <a:ln w="12700">
            <a:solidFill>
              <a:srgbClr val="0F16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2788920"/>
            <a:ext cx="5790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hermes send sergio '[sergiopalacio96] what is the embedder cost again?'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11094415" cy="82296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52044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368503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recent share_scope writes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3931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anything writes share_scope directly to SQLite, you'll see it here.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0" y="3657600"/>
            <a:ext cx="5973775" cy="548640"/>
          </a:xfrm>
          <a:prstGeom prst="rect">
            <a:avLst/>
          </a:prstGeom>
          <a:solidFill>
            <a:srgbClr val="0F1632"/>
          </a:solidFill>
          <a:ln w="12700">
            <a:solidFill>
              <a:srgbClr val="0F16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3657600"/>
            <a:ext cx="5790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python3.12 tools/memos-explorer.py audit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389120"/>
            <a:ext cx="11094415" cy="82296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38912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455371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417320" y="4480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stress test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17320" y="4800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checks. Should print 36 passed, 0 failed in well under a minute.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0" y="4526280"/>
            <a:ext cx="5973775" cy="548640"/>
          </a:xfrm>
          <a:prstGeom prst="rect">
            <a:avLst/>
          </a:prstGeom>
          <a:solidFill>
            <a:srgbClr val="0F1632"/>
          </a:solidFill>
          <a:ln w="12700">
            <a:solidFill>
              <a:srgbClr val="0F16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4526280"/>
            <a:ext cx="5790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tools/stress-test.sh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257800"/>
            <a:ext cx="11094415" cy="822960"/>
          </a:xfrm>
          <a:prstGeom prst="rect">
            <a:avLst/>
          </a:prstGeom>
          <a:solidFill>
            <a:srgbClr val="F4F7FC"/>
          </a:solidFill>
          <a:ln w="9525">
            <a:solidFill>
              <a:srgbClr val="D6DE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25780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" y="542239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5422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417320" y="5349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per-agent toggle in the viewer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417320" y="5669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dropdown. Switching profile re-fetches every list with X-As-Profile.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0" y="5394960"/>
            <a:ext cx="5973775" cy="548640"/>
          </a:xfrm>
          <a:prstGeom prst="rect">
            <a:avLst/>
          </a:prstGeom>
          <a:solidFill>
            <a:srgbClr val="0F1632"/>
          </a:solidFill>
          <a:ln w="12700">
            <a:solidFill>
              <a:srgbClr val="0F163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5394960"/>
            <a:ext cx="5790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 https://tower.taila4a33f.ts.net/ and pick a profile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27729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315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BRIEF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day. One memory system.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plugin chosen · BGE-large wired · auto-promoter killed · per-agent viewer shipped · open-world speaker attribution.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22860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461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worth asking next session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105457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skills propagate when a new profile spins up — instant via shared layer, or does it need a recall pass?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cluster labels in the UMAP viewers be cached, or recomputed every embedding-set rebuild?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right TTL on a private trace before it's eligible for archival to a cold layer?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the hub become more than a schema reservation — what's the trigger event?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21792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docs/architecture/  ·  merged brief generated 2026-05-17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Memory System — 2026-05-17</dc:title>
  <dc:subject>PptxGenJS Presentation</dc:subject>
  <dc:creator>OpenClaw</dc:creator>
  <cp:lastModifiedBy>OpenClaw</cp:lastModifiedBy>
  <cp:revision>1</cp:revision>
  <dcterms:created xsi:type="dcterms:W3CDTF">2026-05-17T23:06:29Z</dcterms:created>
  <dcterms:modified xsi:type="dcterms:W3CDTF">2026-05-17T23:06:29Z</dcterms:modified>
</cp:coreProperties>
</file>
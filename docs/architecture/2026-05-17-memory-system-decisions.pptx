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0"/>
            <a:ext cx="9144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5486400"/>
            <a:ext cx="73152" cy="9144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36576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/ ARCHITECTURE BRIEF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 Decisions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systems, one stack — what we kept, what we cut,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the embedder finally got fixed.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technical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were being conflated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confusion was warranted — we had three memory ideas in play with similar names, and the team wasn't sure which one was actually doing the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8008" y="21488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008" y="2148840"/>
            <a:ext cx="3566160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2328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v1 server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2328" y="34747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3F587A"/>
          </a:solidFill>
          <a:ln w="12700">
            <a:solidFill>
              <a:srgbClr val="3F5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328" y="34747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2328" y="393192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HTTP service on :8001. Qdrant + Neo4j + SQLite. Cube-based isolation enforced server-side via API-key → user_id binding. The original production target.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12768" y="21488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768" y="2148840"/>
            <a:ext cx="3566160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088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7088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memos plugin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87088" y="34747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7088" y="34747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87088" y="393192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Hermes-native plugin. Single SQLite + UI on :18800. Reward backprop, L1/L2/L3 layers, automatic skill crystallization. Isolation by row-level namespace tuple.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7528" y="21488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7528" y="2148840"/>
            <a:ext cx="3566160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1848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1848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81848" y="34747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1848" y="34747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81848" y="393192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cross-machine sync feature. Config schema and a share_scope='hub' value exist; zero code reads them. Failing systemd unit was trying to start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running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0916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0312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memos-local-plugin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active memory provider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26771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267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92640" y="21031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~/.hermes/memos-plugin/  ::18800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16352"/>
            <a:ext cx="11091672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16352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v1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81635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API; ceo-cube empty (zero writes)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298094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29809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0" y="281635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localhost:8001 (disabled today)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9584"/>
            <a:ext cx="110916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529584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memos-toolset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52958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client; plugin.yaml.disabled-2026-05-12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92440" y="369417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3F587A"/>
          </a:solidFill>
          <a:ln w="12700">
            <a:solidFill>
              <a:srgbClr val="3F5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6941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92640" y="352958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~/.hermes/plugins/memos-toolset/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42816"/>
            <a:ext cx="11091672" cy="713232"/>
          </a:xfrm>
          <a:prstGeom prst="rect">
            <a:avLst/>
          </a:prstGeom>
          <a:solidFill>
            <a:srgbClr val="F4F6FA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42816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memos-hub.service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4242816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start non-existent hub mode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2440" y="440740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4074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92640" y="42428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scripts/migration/bootstrap-hub.sh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956048"/>
            <a:ext cx="110916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95604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 gateways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40480" y="4956048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processes (each writes to v2)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92440" y="51206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5120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92640" y="495604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hermes-gateway-{sergio,hr-agent,...}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4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system is actually doing the work. Two are inert. One was thrashing.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cross-contamination worry — and why it was moot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137160" cy="4572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thought agents were sharing memory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~/.hermes/.env across every agent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MEMOS_USER_ID=ceo, one MEMOS_CUBE_ID=ceo-cube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key — server sees one identity for every agent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Server's cube-ownership check can't distinguish callers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every write lands in the same cube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554480"/>
            <a:ext cx="13716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103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was effectively unused all along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6974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memos-toolset (v1 client) was disabled on 2026-05-12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already switched to provider: memtensor (v2)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v1 cube directly: text_mem=[], total_nodes=0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uses a different isolation model (next slide)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zero actual contamination, ever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v2 isolation actually works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cubes. Row-level multi-tenancy with a namespace tuple stamped on every row.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852160" cy="4297680"/>
          </a:xfrm>
          <a:prstGeom prst="roundRect">
            <a:avLst>
              <a:gd name="adj" fmla="val 2128"/>
            </a:avLst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core/runtime/namespace.ts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read is filtered through this
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isVisibleTo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(row, caller) {
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(row.share_scope !==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'private'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row.owner_agent_kind === caller.agentKind &amp;&amp;
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row.owner_profile_id === caller.profileId
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300" i="1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row carries these columns
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owner_agent_kind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NOT NULL
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owner_profile_id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NOT NULL
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share_scope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DEFAULT 'private'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3042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(agentKind, profileId, workspaceId)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share_scope column on every row. Default is private. The plugin derives profileId from $HERMES_HOME — so each agent process gets its own namespace automatically as long as it launches with its own profile dir.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4754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50292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SQLite, many tenants — no cubes, no per-agent files</a:t>
            </a:r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every retrieval, not by trust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API, no credential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working — verified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4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owner_profile_id, COUNT(*) FROM traces GROUP BY owner_profile_id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hr-agent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2176272"/>
            <a:ext cx="7315200" cy="329184"/>
          </a:xfrm>
          <a:prstGeom prst="rect">
            <a:avLst/>
          </a:prstGeom>
          <a:solidFill>
            <a:srgbClr val="E1E5EC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176272"/>
            <a:ext cx="7315200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0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sergio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66160" y="2953512"/>
            <a:ext cx="7315200" cy="329184"/>
          </a:xfrm>
          <a:prstGeom prst="rect">
            <a:avLst/>
          </a:prstGeom>
          <a:solidFill>
            <a:srgbClr val="E1E5EC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953512"/>
            <a:ext cx="2963119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0" y="2788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mohammed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66160" y="3730752"/>
            <a:ext cx="7315200" cy="329184"/>
          </a:xfrm>
          <a:prstGeom prst="rect">
            <a:avLst/>
          </a:prstGeom>
          <a:solidFill>
            <a:srgbClr val="E1E5EC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3730752"/>
            <a:ext cx="1944547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0" y="3566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research-agent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66160" y="4507992"/>
            <a:ext cx="7315200" cy="329184"/>
          </a:xfrm>
          <a:prstGeom prst="rect">
            <a:avLst/>
          </a:prstGeom>
          <a:solidFill>
            <a:srgbClr val="E1E5EC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4507992"/>
            <a:ext cx="216061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4240" y="4343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email-marketing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566160" y="5285232"/>
            <a:ext cx="7315200" cy="329184"/>
          </a:xfrm>
          <a:prstGeom prst="rect">
            <a:avLst/>
          </a:prstGeom>
          <a:solidFill>
            <a:srgbClr val="E1E5EC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5285232"/>
            <a:ext cx="61732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0" y="5120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89788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"default" bucket — every agent's writes land under its own profileId. The earlier worry was real for v1 but not for v2.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share_scope: design intent vs reality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BEHAVIOR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1691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DESIGNED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0916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to the writing profile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that actually filters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07040" y="21031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91672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017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across profiles on this machine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017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 (same as public)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0" y="30175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31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0" y="3931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everyone, everywhere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0" y="39319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1091672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43200" y="4846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across machines via hub sync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4846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 — hub never wired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07040" y="48463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4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collapses three of four scopes into one. Tag rows with intended scope anyway — when the hub ships, the data already knows where it should go.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 — what each is actually good 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349240" cy="548640"/>
          </a:xfrm>
          <a:prstGeom prst="rect">
            <a:avLst/>
          </a:prstGeom>
          <a:solidFill>
            <a:srgbClr val="2B4865"/>
          </a:solidFill>
          <a:ln w="12700">
            <a:solidFill>
              <a:srgbClr val="2B48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v1 server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long-term backbone for production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cube isolation via API-key → user_id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Multi-machine ready — HTTP service, deploy anywhere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CompositeCubeView: first-class CEO cross-agent read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storage stack (Qdrant + Neo4j + SQLite)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from Hermes — wires to any agent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554480"/>
            <a:ext cx="5349240" cy="5486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5544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memos-local-plugin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2128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single-machine research + DX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UI: memory browser, episode explorer, skill library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backprop + automatic skill crystallization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 memory layers (working/episodic/semantic)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deep into Hermes (on_delegation, post_tool_call)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infra: single SQLite, no Qdrant/Neo4j to babysit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stay on v2 for now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0" cy="4754880"/>
          </a:xfrm>
          <a:prstGeom prst="roundRect">
            <a:avLst>
              <a:gd name="adj" fmla="val 2400"/>
            </a:avLst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Single-tier: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plugin only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v1 when multi-machine deployment becomes a real need, or when an external agent runtime needs to hit the same memory.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Single-developer research rig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057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optimizing for iteration speed, not multi-tenant production.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834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matters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browser + skill library make the system actually inspectable.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3977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936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Auto-skill crystallization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343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backprop → L2 promotion → YAML skill is genuinely novel and only in v2.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51206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3093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already works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5486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row tagging is enforced, verified, sufficient.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assignments by task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parts of the memory pipeline want different model temperaments. We split the slots accordingly.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37160" cy="13258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/ summarization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capture, summary chunking, injection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deepseek-chat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20574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Non-thinking model. MiniMax pollutes extraction output with &lt;think&gt; tags that break the parser. Constrained generation — bigger isn't better.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83280"/>
            <a:ext cx="137160" cy="13258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crystallisation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→ active skill induction, reflection synthesis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M2.7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0" y="3886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MiniMax-M2.7 · Anthropic-compatible endpoint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3520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Synthesis-heavy. Reasoning helps. Output post-processed into YAML — &lt;think&gt; tags get stripped cleanly. Lower call frequency means cost matters less.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46320"/>
            <a:ext cx="137160" cy="13258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349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summary + action vectors, semantic search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5120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02920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BGE-large-en-v1.5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0" y="5349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Xenova/bge-large-en-v1.5 (local, 1024d)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both MiniLM and gemini-embedding-2 on our actual data. Local — no API, no rate limits, no privacy footprint. See benchmark, next slides.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benchmark: how we tested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 traces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trace summaries from the live v2 DB (read-only). Mixed profiles, real content — embedder choice, file transfer, idealista, plugin architecture.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057400"/>
            <a:ext cx="731520" cy="73152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with all three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429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 (current), BGE-large-en-v1.5 (proposed local), gemini-embedding-2 (proposed cloud). BGE used recommended query prefix.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057400"/>
            <a:ext cx="731520" cy="73152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set + retrieval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3429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realistic memory queries. For each: top-5 retrieval from every model. Cosine on L2-normalized vectors.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0" y="2057400"/>
            <a:ext cx="731520" cy="73152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3544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1160" y="3429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rated each (query, snippet) pair on 0/1/2 relevance. Judged the UNION of top-5 across all models — no free passes.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989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 •  MRR  •  nDCG@5  •  pairwise top-5 overlap (Jaccard)  •  top-1 cosine similarity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benchmark: BGE-large wins everything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691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3252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14984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MiniLM-L6-v2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1488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21488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21488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21488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(Xenova)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32520" y="21488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11091672" cy="777240"/>
          </a:xfrm>
          <a:prstGeom prst="rect">
            <a:avLst/>
          </a:prstGeom>
          <a:solidFill>
            <a:srgbClr val="FFF6EC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926080"/>
            <a:ext cx="137160" cy="7772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BGE-large-en-v1.5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29260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29260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29260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29260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2926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(Xenova)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32520" y="2926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41280" y="309067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30906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70332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gemini-embedding-2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46120" y="37033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23360" y="37033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74920" y="37033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26480" y="37033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3252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/ $0.20·M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MiniLM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P@5  ·  +14% MRR  ·  +15% nDCG@5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Gemini-2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P@5  ·  +4% MRR  ·  +10% nDCG@5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BGE-large is the pick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5394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every quality metric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P@5, MRR, nDCG@5 — all three. Q4 (Idealista cluster) and Q7 (skill crystallization) saw it find content the others missed entirely.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691640"/>
            <a:ext cx="5394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dependency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Hermes process via Xenova/Transformers.js ONNX. No network round-trips, no rate limits, no Google account to manage.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06240"/>
            <a:ext cx="5394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34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never leaves the box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30352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option meant agent memory content was sent to a third-party API. BGE-large keeps it on the machine where it belongs.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2062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206240"/>
            <a:ext cx="5394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434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800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resource cost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530352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GB RAM working set; machine has ~9 GB free. ~150-300ms per embedding on CPU. The hook is async — doesn't block the agent reply.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Cleanups: what we removed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moving parts. Each removal is reversible — none of these are destructive deletes, just service stops and config swaps.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37160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memos-hub.service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0" y="21671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1671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thrashing in an auto-restart loop, calling bootstrap-hub.sh which tries to launch a hub mode the plugin doesn't implement. Zero functional impact.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137160" cy="1234440"/>
          </a:xfrm>
          <a:prstGeom prst="rect">
            <a:avLst/>
          </a:prstGeom>
          <a:solidFill>
            <a:srgbClr val="3F587A"/>
          </a:solidFill>
          <a:ln w="12700">
            <a:solidFill>
              <a:srgbClr val="3F5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memos-server.service (v1)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0" y="358444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F587A"/>
          </a:solidFill>
          <a:ln w="12700">
            <a:solidFill>
              <a:srgbClr val="3F5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584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99592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but unused — cube was empty, memos-toolset client already disabled. Frees Qdrant + Neo4j + Python memory. Restart anytime if we revisit v1.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754880"/>
            <a:ext cx="137160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37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gemini-embedding-2 config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32320" y="500176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5001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54132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swapped in during the embedder eval. Beaten by BGE-large on every quality metric. Reverted to local embedder before any data was written.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6537960"/>
            <a:ext cx="109728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FINAL-STATE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landed: config.yaml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480560"/>
          </a:xfrm>
          <a:prstGeom prst="roundRect">
            <a:avLst>
              <a:gd name="adj" fmla="val 2041"/>
            </a:avLst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~/.hermes/memos-plugin/config.yaml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054303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Xenova/bge-large-en-v1.5   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+11–18% over MiniLM / Gemini-2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dimensions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openai_compatible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https://api.deepseek.com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deepseek-chat               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extraction / summarisation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skillEvolver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https://api.minimax.io/anthropic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MiniMax-M2.7                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crystallisation / L2 induction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                        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cosmetic — feature unimplemented upstream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17220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1722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per-profile via $HERMES_HOME → profileId. No cubes, no shared credentials. Verified on the running DB.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09728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TO 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steps remaining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one-minute downtime; no recoverable data is lost (the 30 skills were all status=candidate).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29077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Hermes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273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stop hermes-gateway.service hermes-gateway-*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63040" y="38221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v2 DB (384d → 1024d incompatible)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4187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~/.hermes/memos-plugin/data/memos.db*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463040" y="47365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agents — DB and embeddings rebuild via BGE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51023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start hermes-gateway.service hermes-gateway-*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463040" y="5650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one agent — verify BGE model loads cleanly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6016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--user -u hermes-gateway-sergio -f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Memory System Decisions — May 2026</dc:title>
  <dc:subject>PptxGenJS Presentation</dc:subject>
  <dc:creator>Hermes / Memory System Review</dc:creator>
  <cp:lastModifiedBy>Hermes / Memory System Review</cp:lastModifiedBy>
  <cp:revision>1</cp:revision>
  <dcterms:created xsi:type="dcterms:W3CDTF">2026-05-17T00:20:35Z</dcterms:created>
  <dcterms:modified xsi:type="dcterms:W3CDTF">2026-05-17T00:20:35Z</dcterms:modified>
</cp:coreProperties>
</file>
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11274552" cy="13716"/>
          </a:xfrm>
          <a:prstGeom prst="rect">
            <a:avLst/>
          </a:prstGeom>
          <a:solidFill>
            <a:srgbClr val="D4CF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Hermes  ·  Memory System  ·  Session Summary  ·  2026-05-17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Hermes Memory System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v2-only · BGE-large · shared skills · per-agent visibility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9144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Architectural decisions, plugin patches, tooling, and open follow-ups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the one-day overhaul of the Hermes memory layer.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760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2026-05-17  ·  OpenClaw  ·  for technical co-founder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Companion to:  docs/architecture/2026-05-17-memory-system-decisions.pptx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wins. One root cause. Durable.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Committed to v2 plugin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MemOS server retired, no Qdrant/Neo4j to babysit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BGE-large embeddings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0837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1024-dim, local, +5pp MRR over MiniLM at no API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8269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Auto-promoter killed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orphan Sprint-3 cron writing share_scope=local every 15 min — disabled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962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toggle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1422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AsyncLocalStorage + X-As-Profile, no second daemon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165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44165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Open-world speaker attribution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7091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 come from [handles] and self-intros, not a closed roster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STATE   </a:t>
            </a:r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/ 36 stress-test checks green   ·   13 / 13 plugin patches verified   ·   durable via postinstall-patches.sh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work re-applies automatically after npm install/update of @memtensor/memos-local-plugin.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MACHINE · ONE PLUGIN · ROW-LEVEL TENANCY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Architectural decisions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·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plugin chosen. v1 retired.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Paperclip + CEO orchestration retired with it — single machine, single tier.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Aspect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v1 MemOS server (retired)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v2 @memtensor/memos-local-plugin (kept)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Stores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Qdrant + Neo4j + SQLite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Single SQLite + sqlite-vss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Isolation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Per-cube API keys + URL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Row-level (owner_agent_kind, owner_profile_id, share_scope)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Sharing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Cross-cube replication (untested)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share_scope=local rows visible across profiles, in-process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Footprint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 services + REST API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node daemon, embeds Hermes-side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 session start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Cube empty — nothing to migrate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All agents already writing through it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Decision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Stop + disable systemd unit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Patch in place, ship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937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doc:  memos-setup/learnings/2026-05-17-v2-only-bge-shares.md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4F0E6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the reversal vs the April v2-deprecated audit?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April audit flagged v2 because it lacked operational tooling. We added that tooling (cross-agent inspector, forensic-audit triggers, per-agent viewer, stress test) instead of running a second backend. Cost / observability now both better than v1.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EMBEDDER · 3-WAY HEAD-TO-HEAD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BGE-large-en-v1.5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+5.6pp MRR over MiniLM at $0/mo and no network — picked.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40080"/>
                <a:gridCol w="777240"/>
                <a:gridCol w="777240"/>
                <a:gridCol w="868680"/>
                <a:gridCol w="1371600"/>
                <a:gridCol w="36393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Dims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P@5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MRR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nDCG@5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 / month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Verdict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Xenova/all-MiniLM-L6-v2 (baseline)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384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0.450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0.688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0.628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Floor; fast but coarse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Xenova/bge-large-en-v1.5  ← PICKED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1024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0.781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0.725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Best retrieval, local ONNX, no API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Google gemini-embedding-002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1536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0.425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0.750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0.662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B1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$14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Strong, but adds network + cost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11274552" cy="3657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720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P@5 — fraction of top-5 results that are genuinely relevant.   </a:t>
            </a:r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MRR — reciprocal of the rank of the first relevant hit (higher = relevant items shown sooner).   </a:t>
            </a:r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nDCG@5 — quality of ranking, discounted by position.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5778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Benchmark set: 32 paired (query, expected-hit) traces from real Hermes capture data — extraction summaries from DeepSeek V3, ranked against gold relevance labels.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ASSIGNMENTS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models, three jobs.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Picked for fit, not flag-planting — extraction is cheap, crystallisation is rare, embeddings are hot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4114800"/>
                <a:gridCol w="25877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Why this one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Endpoint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Capture / extraction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DeepSeek V3 (deepseek-chat)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Non-thinking model — no &lt;think&gt; tag pollution in stored summaries. Cheap per turn.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OpenAI-compatible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crystallisation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MiniMax M2.7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Reasoning-heavy synthesis from multi-turn evidence. Rare call — quality &gt; latency.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Anthropic-compatible (api.minimax.io/anthropic)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Embedding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Xenova/bge-large-en-v1.5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Best MRR in our bench. Local ONNX via Transformers.js — no API for a hot-path call.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In-process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solidFill>
            <a:srgbClr val="F4F0E6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DeepSeek for extraction, not Claude/GPT?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 runs on every captured turn. Even at cents-per-call, that's pipeline-fee territory. DeepSeek V3 is cheap enough to never think about cost, and the JSON-strict prompt path gives us a tight failure mode (fall back to heuristic summarizer if the model returns malformed JSON).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SHARING POLICY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Private experience. Shared knowledge.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turn data stays with the agent who lived it. Crystallised skills + world facts go to the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3657600"/>
                <a:gridCol w="4873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share_scope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Effect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Rationale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private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Each agent sees only its own turns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Raw conversation history is personal — no leak across agents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episodes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private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Session boundaries stay per-agent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Episode keys are agent-local context, not shared schema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policies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private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L2 candidate patterns are local experiments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Half-baked heuristics shouldn't pollute the team's policy space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world_model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Environment + operator facts shared across agents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"Sergio prefers MiniMax for synthesis" should help every agent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Crystallised callable procedures shared across agents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Skills are the team's collective know-how — attribution preserved via (learned by &lt;profile&gt;)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isVisibleTo rule  (core/runtime/namespace.ts:136)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6509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row is visible to a caller IFF  share_scope ∈ {local, public, hub}  OR  (owner_agent_kind, owner_profile_id) matches the caller's namespace.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Per-row attribution is automatic — when an agent reads a shared skill, the row carries the originating profile id.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ORPHAN CRON FROM 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auto-promoter root cause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15 min, share_scope went back to local.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demotion held for 14 minutes, then bulk-reverted. Symptom looked like the plugin, but wasn't.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30552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Symptom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Manually flipped traces to private. Within 15 min, all rows back to local. Reproducible.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Forensic SQLite triggers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tools/forensic-audit.sql installs no-op AFTER-UPDATE triggers that log share_scope writes to a side table. Non-modifying — safe.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57016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57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575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cycle, caught the actor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8679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Bulk UPDATE pattern with no plugin sql_text — written directly via the SQLite CLI. Plugin's HTTP API + namespace filter bypassed entirely.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2885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Traced to a cron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58114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crontab -l revealed:  */15 * * * *  python3 .claude/worktrees/nice-mclaren-13f017/scripts/promote-memos-shares.py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001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 was Paperclip/CEO scaffolding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529437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Sprint 3 (2026-05-12) added it so the orchestrator could read across cubes. We retired Paperclip 5 days later — the cron lived 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696712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696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715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Disabled, not deleted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60076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Commented out in crontab with rationale.  Forensic triggers stay installed as a tripwire for re-emergence.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FILES · 5 LOGICAL CHANGES · NO UPSTREAM REPO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Plugin patches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PATCHES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files patched, applied via postinstall hook.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@memtensor/memos-local-plugin@2.0.0 ships with no public repo — patches live in tools/plugin-patches/ and re-apply on every npm install.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1097280"/>
                <a:gridCol w="65196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#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Logical change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Files touched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it does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Shared-skill attribution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renderSkill appends '(learned by &lt;profile&gt;)' so agents see which profile crystallised a shared skill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Per-request namespace override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AsyncLocalStorage context parsed from X-As-Profile / ?as_profile=, applied at SQL time in trace pagination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Bundled-viewer UI overlay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Floating 'view as &lt;profile&gt;' picker injected into web/dist — intercepts fetch() to add the header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packager default share-scope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New skills default share_scope=local (was private) — no more manual promotion after crystallisation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Named-speaker memory summaries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Summarizer reads MEMOS_HUMANS env, attributes speech to actual names — open-world (handles + self-intros)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492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bash tools/postinstall-patches.sh              ·         Verify:  bash tools/postinstall-patches.sh --check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sources live at tools/plugin-patches/ — a 1:1 mirror of every file we changed.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SPOTLIGHT · #2 +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toggle.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daemon, one DB. Any agent's perspective on demand.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  ·  ALS namespace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core/runtime/request-namespace.ts  (new)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5120640" cy="219456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als = new AsyncLocalStorage&lt;RuntimeNamespace&gt;();
export function runWithRequestNamespace(ns, fn) {
  return als.run(ns, fn);
}
export function getRequestNamespace() {
  return als.getStore();
}
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server/http.ts wraps dispatch() in runWithRequestNamespace(ns, …). memory-core.ts effectiveNamespace() prefers ALS over the daemon's startup namespace. traces.ts applies it at SQL time so paginated turn-keys actually match the requested profile.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21488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 ·  fetch interceptor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2542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web/dist/hermes-profile-switcher.js  (new)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2852928"/>
            <a:ext cx="5120640" cy="219456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orig = window.fetch.bind(window);
window.fetch = (input, init) =&gt; {
  if (!currentProfile) return orig(input, init);
  const headers = new Headers(init?.headers);
  headers.set('X-As-Profile', currentProfile);
  return orig(input, { ...init, headers });
};
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28232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Loaded via a &lt;script&gt; tag appended to web/dist/index.html. Lives outside the React bundle — survives bundle rebuilds and doesn't touch shadow-DOM internals.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 at  https://tower.taila4a33f.ts.net/  — top-right dropdown.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INSPECTORS · STRESS TESTS · 3D VIEWERS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Tooling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CROSS-AGENT 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Inspect anything. Audit everything.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95935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Purpose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Common invocation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tools/memos-explorer.py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Cross-agent CLI: list profiles, traces, skills, policies, world facts. Vector-space stats, similarity search, project per profile.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profiles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search 'auth' --top 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tools/forensic-audit.sql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Installs AFTER-UPDATE/INSERT/DELETE triggers logging every share_scope write to share_scope_audit. Non-modifying tripwire.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sqlite3 ~/.hermes/memos-plugin/data/memos.db &lt; \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tools/forensic-audit.sql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audit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tools/stress-test.sh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36 end-to-end checks: patch presence, daemon health, share-scope policy, per-agent visibility, embedding dims, capture pipeline.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tools/stress-test.sh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 expect: 36 passed, 0 failed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tools/postinstall-patches.sh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Idempotent applier of all 13 plugin patches + symlinks for UMAP / graph viewers. Run after every npm install of the plugin.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 --check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EMBEDDING-SPACE VIEWERS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2D Plotly + 3D deck.gl.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Sanity-check what the BGE-large embedder actually believes — interactively.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2D  ·  Plotly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tools/umap-viewer.html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UMAP projection. Color by profile, hover shows summary, click opens full trace in the side panel.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https://tower.taila4a33f.ts.net/umap-viewer.html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tools/vec-map.json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for: a quick read on cluster topology, identifying outliers.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45352" y="2148840"/>
            <a:ext cx="54864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 ·  deck.gl  · 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tools/umap-3d-viewer.html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28232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Orbit camera, GPU-rendered point cloud, drag-to-rotate. Cross-agent rows wear white halos so they pop against any profile color.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https://tower.taila4a33f.ts.net/umap-3d-viewer.html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tools/vec-map-3d.json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for: spotting bridges between profiles, seeing structure the 2D projection flattened.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11274552" cy="3657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6235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UX touches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 palette redesigned so no agent color collides with the ember accent.  ·  Cross-agent indicator switched from orange tint to white halo.  ·  Persistent plain-language 'How to read this map' panel.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OPEN-WORLD · HANDLES · SELF-INTROS · QUOTED BYLINES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Speaker attribution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SPOTLIGHT · #5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 from signal, not from a roster.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see messages from outside parties too — clients, leads, group chats, quoted email. The list is help, not a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MEMOS_HUMANS  (in ~/.hermes/.env)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1274552" cy="41148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MEMOS_HUMANS=Sergio:sergiopalacio96|sergiop,Krati,Mohammed:moh,Arinze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Format:  Name[:handle1|handle2|…], …   ·   Name-only entries are fine — they still help when the body mentions the name.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the summarizer infers the speaker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Signal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Example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Resulting summary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Gateway-prepended handle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[sergiopalacio96] can you check the cron?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Sergio asked to verify the cron schedule.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Self-introduction in body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Hi, I'm Mark from acme.io — want a quote on 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Mark from acme.io requested a quote.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Quoted email From: header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From: anna@bizpartner.co\nWe'd like to renew 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Anna requested a renewal.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 identifiable speaker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(direct message body with no marker)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5537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Speaker reference omitted — never invented.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Files:  core/capture/summarizer.ts  ·  bridge.cts (dotenv loader so the daemon sees ~/.hermes/.env on its own)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GREEN · WHAT'S NEXT · WHAT TO READ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state &amp; follow-ups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green. Durable.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/ 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stress-test checks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6295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6295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76295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plugin patches verified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5390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539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9539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auto-promoter killed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4486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4486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4486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steps after npm install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it green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881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every npm install/update of @memtensor/memos-local-plugin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any change to core daemon code / share policy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tools/stress-test.sh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If share_scope ever drifts unexpectedly again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audit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FOLLOW-UPS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blocking. Worth doing.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lines we picked up but didn't pull all the way through.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Cluster summarisation in the UMAP viewers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DeepSeek V3 to one-line each HDBSCAN cluster (≈31 calls). Render labels in 2D + 3D viewers so the topology becomes self-explanatory.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035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tools/umap-viewer.html · tools/umap-3d-viewer.html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930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Per-profile MEMOS_HUMANS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8561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 MEMOS_HUMANS is a single env var. Expand to MEMOS_HUMANS__&lt;profile&gt; so each agent can carry its own alias map (e.g., research-agent knows its lead list).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3342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core/capture/summarizer.ts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791456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9145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Backfill historical traces with the named-speaker prompt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0840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summaries still say 'the user'. A re-summarisation pass against the new prompt would put names into older embeddings and align them with new ones.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6327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tools/memos-explorer.py (new resummarize subcommand)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to read the rest.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702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Document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What's in it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  (this repo, root)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Active sprint header + the v2-only memory architecture rules every new agent reads first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memos-setup/learnings/2026-05-17-v2-only-bge-shares.md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Canonical decision doc — backend choice, embedder benchmark, share policy, rollback plan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docs/architecture/2026-05-17-memory-system-decisions.pptx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Companion deck — the same decisions framed for review (recommended pairing with this summary)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tools/plugin-patches/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1:1 mirror of every patched file — the canonical 'what changed in v2'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tools/forensic-audit.sql  (+ .down.sql)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Non-modifying SQLite triggers — install once, audit forever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8C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https://tower.taila4a33f.ts.net/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Memory viewer (password-gated). Top-right dropdown switches the lens to any agent.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things to do tomorrow.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one takes &lt; 2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457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the 3D viewer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Orbit. Switch profile. White halos = rows visible across multiple agents.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679192"/>
            <a:ext cx="10698480" cy="292608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xdg-open https://tower.taila4a33f.ts.net/umap-3d-viewer.html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Send a message to an agent and watch the summary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the [handle] convention if you want named attribution.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547872"/>
            <a:ext cx="10698480" cy="292608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send sergio '[sergiopalacio96] what's the embedder cost again?'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57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recent share_scope writes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anything writes share_scope directly to SQLite, you'll see it here.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4416552"/>
            <a:ext cx="10698480" cy="292608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python3.12 tools/memos-explorer.py audit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457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7548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the full stress 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0292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checks. Should print 36 passed, 0 failed in well under a minute.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5285232"/>
            <a:ext cx="10698480" cy="292608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tools/stress-test.sh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23560"/>
            <a:ext cx="457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6235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the per-agent toggle in the viewer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8978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Top-right dropdown. Switching profile re-fetches every list with X-As-Profile.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6153912"/>
            <a:ext cx="10698480" cy="292608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(visit https://tower.taila4a33f.ts.net/ and pick a profile)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OF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day. One memory system.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plugin chosen, BGE-large wired, auto-promoter killed,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shipped, speaker attribution open-world.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 worth asking next session: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How do skills propagate when a new profile spins up — instant via shared layer, or does it need a recall pass?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Should cluster labels in the UMAP viewers be cached, or recomputed every embedding-set rebuild?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What's the right TTL on a private trace before it's eligible for archival to a cold layer?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docs/architecture/2026-05-17-session-summary.pptx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Hermes Multi-Agent Research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Memory System — Session Summary (2026-05-17)</dc:title>
  <dc:subject>PptxGenJS Presentation</dc:subject>
  <dc:creator>OpenClaw</dc:creator>
  <cp:lastModifiedBy>OpenClaw</cp:lastModifiedBy>
  <cp:revision>1</cp:revision>
  <dcterms:created xsi:type="dcterms:W3CDTF">2026-05-17T21:24:26Z</dcterms:created>
  <dcterms:modified xsi:type="dcterms:W3CDTF">2026-05-17T21:24:26Z</dcterms:modified>
</cp:coreProperties>
</file>